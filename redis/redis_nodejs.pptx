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F44BD-B85A-6F5D-7075-FEF642283947}" v="2" dt="2026-04-24T07:40:55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0F1F44BD-B85A-6F5D-7075-FEF642283947}"/>
    <pc:docChg chg="mod addSld delSld modSld addMainMaster delMainMaster modNotesMaster setSldSz">
      <pc:chgData name="D1I2 Jirayu S.Kaw" userId="S::300260129@th.maxxis.com::f59d7631-84c6-4c5a-a848-622dc00af3ab" providerId="AD" clId="Web-{0F1F44BD-B85A-6F5D-7075-FEF642283947}" dt="2026-04-24T07:40:55.984" v="1"/>
      <pc:docMkLst>
        <pc:docMk/>
      </pc:docMkLst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8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79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81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82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83"/>
        </pc:sldMkLst>
      </pc:sldChg>
      <pc:sldChg chg="ad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0" sldId="284"/>
        </pc:sldMkLst>
      </pc:sldChg>
      <pc:sldChg chg="del replId">
        <pc:chgData name="D1I2 Jirayu S.Kaw" userId="S::300260129@th.maxxis.com::f59d7631-84c6-4c5a-a848-622dc00af3ab" providerId="AD" clId="Web-{0F1F44BD-B85A-6F5D-7075-FEF642283947}" dt="2026-04-24T07:40:55.984" v="1"/>
        <pc:sldMkLst>
          <pc:docMk/>
          <pc:sldMk cId="109857222" sldId="285"/>
        </pc:sldMkLst>
      </pc:sldChg>
      <pc:sldMasterChg chg="add addSldLayout">
        <pc:chgData name="D1I2 Jirayu S.Kaw" userId="S::300260129@th.maxxis.com::f59d7631-84c6-4c5a-a848-622dc00af3ab" providerId="AD" clId="Web-{0F1F44BD-B85A-6F5D-7075-FEF642283947}" dt="2026-04-24T07:40:55.984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0F1F44BD-B85A-6F5D-7075-FEF642283947}" dt="2026-04-24T07:40:55.984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0F1F44BD-B85A-6F5D-7075-FEF642283947}" dt="2026-04-24T07:40:55.984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027FE-D9E4-438C-9257-3265C4341D86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186E3-A281-4D4A-B8C6-A64D5B510E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58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+ Node.js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การเพิ่มประสิทธิภาพระบบด้วย Caching &amp;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Guide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Backend Developer  |  Node.js + Express.js  |  Beginner → Intermediate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คืออะไร?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Data Store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Dictionary Server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เก็บข้อมูลใน RAM ไม่ใช่ Disk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ความเร็วระดับ microseconds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Data Structure หลากหลาย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Production Ready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ทำไมถึงเร็ว?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23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Access: ~100 ns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Access: ~10 ms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เร็วกว่า 100,000 เท่า!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ใช้ทำอะไรได้บ้าง?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1874520" cy="20116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187452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031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ลดโหลด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เพิ่มความเร็ว response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0" y="1097280"/>
            <a:ext cx="1874520" cy="20116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097280"/>
            <a:ext cx="187452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036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Store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0360" y="21031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session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scaling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46320" y="1097280"/>
            <a:ext cx="1874520" cy="20116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097280"/>
            <a:ext cx="1874520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/ Pub-Sub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983480" y="21031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จัดคิวงาน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49440" y="1097280"/>
            <a:ext cx="1874520" cy="20116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49440" y="1097280"/>
            <a:ext cx="187452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3258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086600" y="21031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spam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 request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ไม่ใช่แค่ cache — เป็น multi-purpose in-memory data platform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ปัญหาที่ Redis แก้ได้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256032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2560320" cy="4572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ช้า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ซ้ำๆ ที่ใช้เวลานาน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ผู้ใช้ต้องรอนาน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097280"/>
            <a:ext cx="256032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097280"/>
            <a:ext cx="256032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25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ซ้ำซ้อน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ข้อมูลเดิมถูก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หลายร้อยครั้งต่อวินาที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1097280"/>
            <a:ext cx="256032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097280"/>
            <a:ext cx="2560320" cy="457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3258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สูง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4652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รับโหลดไม่ไหว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พุ่ง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solidFill>
            <a:srgbClr val="0A2A1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404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เป็นคำตอบ → Cache ข้อมูลที่ถูกเรียกบ่อย ลดโหลด DB ได้ 80-90%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ภาพรวม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  <a:endParaRPr lang="en-US" sz="900" dirty="0"/>
          </a:p>
        </p:txBody>
      </p:sp>
      <p:pic>
        <p:nvPicPr>
          <p:cNvPr id="6" name="Image 0" descr="/agent/turn2/workspace/images/arch_abstract-server-architecture-visualization-interco_2026-04-24T07-31-33_image_DAS_0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7442" r="17442"/>
          <a:stretch/>
        </p:blipFill>
        <p:spPr>
          <a:xfrm>
            <a:off x="5029200" y="914400"/>
            <a:ext cx="384048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914400"/>
            <a:ext cx="3840480" cy="3931920"/>
          </a:xfrm>
          <a:prstGeom prst="rect">
            <a:avLst/>
          </a:prstGeom>
          <a:solidFill>
            <a:srgbClr val="0B1120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71600"/>
            <a:ext cx="146304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4884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651760" y="1371600"/>
            <a:ext cx="1463040" cy="731520"/>
          </a:xfrm>
          <a:prstGeom prst="rect">
            <a:avLst/>
          </a:prstGeom>
          <a:solidFill>
            <a:srgbClr val="0C2D4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1371600"/>
            <a:ext cx="146304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API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6052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663440" y="1234440"/>
            <a:ext cx="1463040" cy="1005840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234440"/>
            <a:ext cx="1463040" cy="45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12344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38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(Cache Layer)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7220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675120" y="1371600"/>
            <a:ext cx="146304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solidFill>
            <a:srgbClr val="0B112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Client ส่ง request → API ตรวจ cache → ถ้ามีใน Redis ส่งกลับทันที → ถ้าไม่มี query DB แล้วเก็บ cache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3474720"/>
            <a:ext cx="256032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1ms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400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0" y="3474720"/>
            <a:ext cx="256032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47472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100K+ ops/sec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7472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09360" y="3474720"/>
            <a:ext cx="256032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0936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ลดลง 80-90%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30936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Flow: Hit vs Miss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HIT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64592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5087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1508760"/>
            <a:ext cx="164592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Redis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15087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1645920" cy="594360"/>
          </a:xfrm>
          <a:prstGeom prst="rect">
            <a:avLst/>
          </a:prstGeom>
          <a:solidFill>
            <a:srgbClr val="0A2A1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1508760"/>
            <a:ext cx="164592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เร็วมาก — ไม่ต้อง query 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MISS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114300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2004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2004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3200400"/>
            <a:ext cx="114300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32004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Redis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54680" y="32004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83280" y="3200400"/>
            <a:ext cx="1143000" cy="594360"/>
          </a:xfrm>
          <a:prstGeom prst="rect">
            <a:avLst/>
          </a:prstGeom>
          <a:solidFill>
            <a:srgbClr val="2A1A0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32004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32004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114300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2004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2004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3200400"/>
            <a:ext cx="114300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2004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Cache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32004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98080" y="3200400"/>
            <a:ext cx="1143000" cy="5943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0" y="32004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ช้ากว่า Hit — แต่ครั้งต่อไปจะเป็น Hit แทน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ติดตั้ง Redis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657600" cy="32004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365760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Installation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3291840" cy="2194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19202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redis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services start redis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Ubuntu/Debian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redis-server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redis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097280"/>
            <a:ext cx="3657600" cy="32004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097280"/>
            <a:ext cx="365760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(แนะนำ)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29200" y="1828800"/>
            <a:ext cx="3291840" cy="2194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66360" y="19202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ดึง Redis image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redis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รัน Redis container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\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my-redis \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6379:6379 \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ติดตั้ง Redis Client ใน Node.js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package 'redis' ซึ่งเป็น official client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78638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8288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ติดตั้ง redis client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redis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หรือใช้ yarn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yarn add redis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Packages อื่นที่นิยม: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14630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— แนะนำ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206240"/>
            <a:ext cx="14630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ioredis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Feature-rich, Cluster support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14630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connect-redis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860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สำหรับ Express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การเชื่อมต่อ Redis กับ Node.js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0292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887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นำเข้า redis client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createClient } from "redis";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 client instance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createClient();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จัดการ error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client.on("error", (err) =&gt;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console.log("Redis Client Error:", err);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เชื่อมต่อ Redis server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client.connect();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console.log("เชื่อมต่อ Redis สำเร็จ!");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743200" cy="34747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หมายเหตุ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 default: localhost:6379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async/await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ควร handle error เสมอ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environment variables สำหรับ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คำสั่งพื้นฐาน: SET / 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43000"/>
            <a:ext cx="7589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— เก็บข้อมูล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client.set("username", "somchai");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client.set("score", "100");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— ดึงข้อมูล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await client.get("username");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// "somchai"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score = await client.get("score");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console.log(score); // "100"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เก็บ Object (ต้อง stringify)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 "สมชาย", age: 25 };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client.set("user:1", JSON.stringify(user));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 = JSON.parse(await client.get("user:1"));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TTL — Time To Live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กำหนดอายุของ cache — หมดเวลาแล้วลบอัตโนมัติ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502920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7373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พร้อม TTL (หน่วยเป็นวินาที)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client.set("session", "abc123", { EX: 3600 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หมดอายุใน 1 ชั่วโมง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พร้อม TTL (หน่วยเป็น milliseconds)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client.set("otp", "891234", { PX: 300000 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หมดอายุใน 5 นาที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เช็คเวลาที่เหลือ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ttl = await client.ttl("session");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console.log(ttl); // จำนวนวินาทีที่เหลือ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645920"/>
            <a:ext cx="2743200" cy="29260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แนะนำค่า TTL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2648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ชม.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Cache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นาที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นาที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วิ.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Data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ชม.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— ลบข้อมูลจาก Cache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4300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ลบ key เดียว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client.del("username");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ลบหลาย key พร้อมกัน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client.del(["user:1", "user:2", "user:3"]);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ตรวจสอบว่า key มีอยู่หรือไม่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exists = await client.exists("username");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console.log(exists); // 0 = ไม่มี, 1 = มี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ลบทั้งหมด (ระวัง! ใช้เฉพาะ dev)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client.flushAll();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2A1A0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4389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ข้อควรระวัง: อย่าใช้ flushAll ใน production — จะลบข้อมูลทั้งหมด!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34747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384048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Aside (Lazy Loading)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640080" cy="274320"/>
          </a:xfrm>
          <a:prstGeom prst="rect">
            <a:avLst/>
          </a:prstGeom>
          <a:solidFill>
            <a:srgbClr val="0A2A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นิยมที่สุด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ควบคุม cache เอง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cache เมื่อ miss เท่านั้น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 read-heavy workload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ง่ายต่อการ implement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840480" cy="34747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38404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Read-Through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 จัดการเอง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ไม่ต้องรู้ว่ามี cache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ซับซ้อนกว่า แต่ clean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library/middleware ช่วย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Aside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457200" cy="10972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เข้ามา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457200" cy="1097280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88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11887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Redis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457200" cy="109728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1887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Return ทันที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834640"/>
            <a:ext cx="457200" cy="109728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346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→ Query Database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83464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0" y="2834640"/>
            <a:ext cx="457200" cy="1097280"/>
          </a:xfrm>
          <a:prstGeom prst="rect">
            <a:avLst/>
          </a:prstGeom>
          <a:solidFill>
            <a:srgbClr val="22D3EE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8346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2336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Cache + TTL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83464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834640"/>
            <a:ext cx="457200" cy="10972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8346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Response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solidFill>
            <a:srgbClr val="0A2A1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4114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ข้อมูลจะถูก cache หลัง miss ครั้งแรก → ครั้งต่อไปจะเป็น hit เสมอ (จนกว่า TTL หมด)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ตัวอย่าง: Express API + Redis Cache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786384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09728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app.get("/users", async (req, res) =&gt;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เช็ค cache ก่อน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cache = await client.get("users");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(cache)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res.json(JSON.parse(cache)); // 2. HIT → ส่งกลับเลย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MISS → query จาก database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users = await prisma.user.findMany();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4. เก็บผลลัพธ์ลง cache (TTL 60 วินาที)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client.set("users", JSON.stringify(users), { EX: 60 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res.json(users); // 5. ส่ง response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0A2A1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4343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นี้ใช้ได้กับทุก GET endpoint — เปลี่ยนแค่ key, query, และ TTL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ปัญหา Cache: Stale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ข้อมูลใน Cache เก่ากว่าข้อมูลจริงใน Database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2560320" cy="16459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828800"/>
            <a:ext cx="256032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965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 อ่านข้อมูล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Cache ถูกสร้าง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1828800"/>
            <a:ext cx="2560320" cy="16459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828800"/>
            <a:ext cx="25603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1965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6616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 แก้ไขข้อมูล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DB เปลี่ยน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828800"/>
            <a:ext cx="2560320" cy="16459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828800"/>
            <a:ext cx="2560320" cy="45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1965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8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080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 อ่านข้อมูล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ได้ข้อมูลเก่าจาก Cache!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นี่คือปัญหา Stale Data — ผู้ใช้เห็นข้อมูลที่ไม่ตรงกับความเป็นจริง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Invalidation — วิธีแก้ปัญหา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20116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384048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วิธีที่ 1: ใช้ TTL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กำหนดเวลาหมดอายุ cache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ข้อมูลจะ refresh อัตโนมัติ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 data ที่ไม่ต้อง real-time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840480" cy="20116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38404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วิธีที่ 2: ลบ Cache เมื่อ Update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 cache เมื่อมีการแก้ไขข้อมูล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ข้อมูลจะ fresh เสมอ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 data ที่ต้อง real-time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8638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38328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ลบ cache เมื่อมีการ update ข้อมูล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app.put("/users/:id", async (req, res) =&gt;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prisma.user.update({ ... 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ลบ cache ที่เกี่ยวข้อง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client.del("users");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message: "อัพเดทสำเร็จ" 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 ด้วย Redis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spam / brute-force โดยจำกัดจำนวน request ต่อเวลา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783080"/>
            <a:ext cx="7589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Rate Limiter — จำกัด 100 requests ต่อนาที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rateLimit(ip)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key = `rate:${ip}`;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current = await client.incr(key);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(current === 1)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ตั้ง TTL เมื่อเป็น request แรก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client.expire(key, 60);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(current &gt; 100)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 // ❌ เกินลิมิต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// ✅ ผ่าน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Store ด้วย Redis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session ใน Redis แทน memory — รองรับ scaling หลาย server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783080"/>
            <a:ext cx="7589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session from "express-session";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RedisStore from "connect-redis";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 Redis session store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app.use(session({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store: new RedisStore({ client }),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secret: "my-secret-key",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resave: false,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saveUninitialized: false,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cookie: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maxAge: 86400000 // 24 ชั่วโมง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Pub/Sub — Real-time Communication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011680" cy="6400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188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194560" cy="822960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2194560" cy="45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097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8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Channel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188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60720" y="868680"/>
            <a:ext cx="1828800" cy="5029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868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463040"/>
            <a:ext cx="1828800" cy="5029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194560"/>
            <a:ext cx="7863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22860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Publisher — ส่งข้อความ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client.publish("notifications", JSON.stringify({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"order", message: "มีออเดอร์ใหม่!"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Subscriber — รับข้อความ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subscriber = client.duplicate();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subscriber.connect();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subscriber.subscribe("notifications", (msg) =&gt;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JSON.parse(msg);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console.log("ได้รับ:", data.message);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ทำไม Redis ถึงเร็วมาก?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  <p:pic>
        <p:nvPicPr>
          <p:cNvPr id="6" name="Image 0" descr="/agent/turn2/workspace/images/perf_abstract-speed-and-performance-concept-light-strea_2026-04-24T07-32-32_image_DAS_0.jpg"/>
          <p:cNvPicPr>
            <a:picLocks noChangeAspect="1"/>
          </p:cNvPicPr>
          <p:nvPr/>
        </p:nvPicPr>
        <p:blipFill>
          <a:blip r:embed="rId3">
            <a:alphaModFix amt="50000"/>
          </a:blip>
          <a:srcRect l="21318" r="21318"/>
          <a:stretch/>
        </p:blipFill>
        <p:spPr>
          <a:xfrm>
            <a:off x="5486400" y="914400"/>
            <a:ext cx="338328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914400"/>
            <a:ext cx="3383280" cy="3931920"/>
          </a:xfrm>
          <a:prstGeom prst="rect">
            <a:avLst/>
          </a:prstGeom>
          <a:solidFill>
            <a:srgbClr val="0B1120">
              <a:alpha val="6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51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Storage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3444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ข้อมูลอยู่ใน RAM ทั้งหมด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ไม่ต้องอ่านจาก Disk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Single-Threaded Event Loop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3444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context switching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lock contention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9718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Data Structures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234440" y="3246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ออกแบบมาเพื่อความเร็ว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Sorted Set, etc.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Non-blocking I/O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2344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Multiplexing connections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concurrent สูง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Best Practices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3931920" cy="457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Naming Convention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pattern: entity:id:field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user:123:profile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97280"/>
            <a:ext cx="393192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ตั้ง TTL เสมอ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memory leak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ข้อมูลเก่าจะถูกลบอัตโนมัติ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9260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926080"/>
            <a:ext cx="3931920" cy="4572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546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อย่า Cache ข้อมูลใหญ่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24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จำกัดขนาด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compression ถ้าจำเป็น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29260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2926080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546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834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Memory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memory usage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maxmemory policy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 ใน Production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43000"/>
            <a:ext cx="7589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จัดการ error ของ Redis client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client.on("error", (err) =&gt;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console.error("Redis Error:", err);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ส่ง alert ไปยัง monitoring system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Graceful degradation — ถ้า Redis ล่ม ให้ fallback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getWithFallback(key, fetchFn)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cached = await client.get(key);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(cached) return JSON.parse(cached);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console.warn("Redis unavailable, fallback to DB");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Fallback: query จาก DB โดยตรง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fetchFn();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Redis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256032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256032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Sentinel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097280"/>
            <a:ext cx="256032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097280"/>
            <a:ext cx="256032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Cluster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097280"/>
            <a:ext cx="256032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09728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3258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Replicas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4652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read/write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ลดโหลด master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throughput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7490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เริ่มต้นด้วย Single Instance → Sentinel → Cluster ตามขนาดของระบบ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ปกป้อง Redis Server ใน Production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91640"/>
            <a:ext cx="54864" cy="6858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8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ตั้ง Password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requirepass ใน redis.conf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1783080"/>
            <a:ext cx="5394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301752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createClient({ password: 'secret' });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786384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514600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 IP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จำกัดการเข้าถึงจาก IP ที่อนุญาต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26080" y="2606040"/>
            <a:ext cx="5394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301752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 127.0.0.1 10.0.0.1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337560"/>
            <a:ext cx="786384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337560"/>
            <a:ext cx="54864" cy="685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 port 6379 จากภายนอก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926080" y="3429000"/>
            <a:ext cx="5394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3017520" y="3429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ufw allow from 10.0.0.0/24 to any port 6379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" y="4160520"/>
            <a:ext cx="54864" cy="6858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5"/>
          <p:cNvSpPr/>
          <p:nvPr/>
        </p:nvSpPr>
        <p:spPr>
          <a:xfrm>
            <a:off x="8686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TLS/SSL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686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เข้ารหัสการเชื่อมต่อ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926080" y="4251960"/>
            <a:ext cx="5394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8"/>
          <p:cNvSpPr/>
          <p:nvPr/>
        </p:nvSpPr>
        <p:spPr>
          <a:xfrm>
            <a:off x="3017520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createClient({ socket: { tls: true } });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+ Prisma 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43000"/>
            <a:ext cx="7589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Helper: Cache wrapper สำหรับ Prisma queries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cachedQuery(key, ttl, queryFn) {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ดึงจาก cache ก่อน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cached = await client.get(key);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(cached) return JSON.parse(cached);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ถ้าไม่มี → query DB ผ่าน Prisma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await queryFn();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เก็บลง cache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client.set(key, JSON.stringify(result), { EX: ttl });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ใช้งาน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await cachedQuery("users:all", 300, () =&gt;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prisma.user.findMany({ include: { posts: true } })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 = await cachedQuery("product:42", 600, () =&gt;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prisma.product.findUnique({ where: { id: 42 } })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ในงานจริง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393192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API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ข้อมูล analytics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query หนักๆ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30 วินาที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97280"/>
            <a:ext cx="393192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ยอดนิยม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product listing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ลดโหลด DB ได้ 90%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5 นาที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9260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926080"/>
            <a:ext cx="3931920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546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Profile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24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user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ที่ถูกเรียกบ่อย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10 นาที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2926080"/>
            <a:ext cx="3931920" cy="15544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2926080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546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834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Results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ผล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 response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1 นาที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8288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88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= In-Memory Data Store ที่เร็วระดับ microseconds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659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874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= หัวใจของ Performance — ลดโหลด DB ได้ 80-90%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517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560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TTL เสมอ + Invalidate cache เมื่อ data เปลี่ยน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3375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246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Rate Limiting &amp; Session Store เพื่อ security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02336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+ Graceful Degradation สำหรับ production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40080" y="4572000"/>
            <a:ext cx="7863840" cy="36576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 Redis ไป optimize ระบบจริงของคุณได้เลย!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ถาม-ตอบ &amp; แลกเปลี่ยนความรู้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ขอบคุณที่ร่วมเรียนรู้!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2026-04-24T06:16:50Z</dcterms:created>
  <dcterms:modified xsi:type="dcterms:W3CDTF">2026-04-24T07:41:03Z</dcterms:modified>
</cp:coreProperties>
</file>