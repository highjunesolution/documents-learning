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B8DE3E-52A0-9ABF-76F6-60E077A070A5}" v="2" dt="2026-04-24T08:55:47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1I2 Jirayu S.Kaw" userId="S::300260129@th.maxxis.com::f59d7631-84c6-4c5a-a848-622dc00af3ab" providerId="AD" clId="Web-{7EB8DE3E-52A0-9ABF-76F6-60E077A070A5}"/>
    <pc:docChg chg="mod addSld delSld modSld addMainMaster delMainMaster modNotesMaster">
      <pc:chgData name="D1I2 Jirayu S.Kaw" userId="S::300260129@th.maxxis.com::f59d7631-84c6-4c5a-a848-622dc00af3ab" providerId="AD" clId="Web-{7EB8DE3E-52A0-9ABF-76F6-60E077A070A5}" dt="2026-04-24T08:55:47.889" v="1"/>
      <pc:docMkLst>
        <pc:docMk/>
      </pc:docMkLst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56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57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58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59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0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1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2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3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4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5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6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7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8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69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70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71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72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73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74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75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76"/>
        </pc:sldMkLst>
      </pc:sldChg>
      <pc:sldChg chg="ad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0" sldId="277"/>
        </pc:sldMkLst>
      </pc:sldChg>
      <pc:sldChg chg="del replId">
        <pc:chgData name="D1I2 Jirayu S.Kaw" userId="S::300260129@th.maxxis.com::f59d7631-84c6-4c5a-a848-622dc00af3ab" providerId="AD" clId="Web-{7EB8DE3E-52A0-9ABF-76F6-60E077A070A5}" dt="2026-04-24T08:55:47.889" v="1"/>
        <pc:sldMkLst>
          <pc:docMk/>
          <pc:sldMk cId="109857222" sldId="278"/>
        </pc:sldMkLst>
      </pc:sldChg>
      <pc:sldMasterChg chg="add addSldLayout">
        <pc:chgData name="D1I2 Jirayu S.Kaw" userId="S::300260129@th.maxxis.com::f59d7631-84c6-4c5a-a848-622dc00af3ab" providerId="AD" clId="Web-{7EB8DE3E-52A0-9ABF-76F6-60E077A070A5}" dt="2026-04-24T08:55:47.889" v="1"/>
        <pc:sldMasterMkLst>
          <pc:docMk/>
          <pc:sldMasterMk cId="0" sldId="2147483648"/>
        </pc:sldMasterMkLst>
        <pc:sldLayoutChg chg="add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D1I2 Jirayu S.Kaw" userId="S::300260129@th.maxxis.com::f59d7631-84c6-4c5a-a848-622dc00af3ab" providerId="AD" clId="Web-{7EB8DE3E-52A0-9ABF-76F6-60E077A070A5}" dt="2026-04-24T08:55:47.889" v="1"/>
        <pc:sldMasterMkLst>
          <pc:docMk/>
          <pc:sldMasterMk cId="2460954070" sldId="2147483660"/>
        </pc:sldMasterMkLst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1I2 Jirayu S.Kaw" userId="S::300260129@th.maxxis.com::f59d7631-84c6-4c5a-a848-622dc00af3ab" providerId="AD" clId="Web-{7EB8DE3E-52A0-9ABF-76F6-60E077A070A5}" dt="2026-04-24T08:55:47.889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8EED5-7D63-4425-A8E2-FA257B22B43B}" type="datetimeFigureOut"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A8655-2C27-42A4-AAA6-5FA64C59192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77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สไลด์เปิด. แนะนำตัววิทยากร วัตถุประสงค์ของคอร์ส และเป้าหมายว่าผู้เรียนจะสามารถสร้าง backend ด้วย Node.js + Prisma เชื่อม SQL Server ได้หลังจบคอร์ส โดยใช้ JavaScript (CommonJS) ล้วน ๆ ไม่ใช้ TypeScript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สรุปเนื้อหาทั้ง 22 สไลด์ แบ่งเป็น 12 หัวข้อย่อย เน้นให้ผู้เรียนเห็นภาพรวมก่อน แล้วจึงค่อยลงรายละเอียด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อธิบายว่า Prisma ไม่ใช่แค่ library query แต่เป็นชุดเครื่องมือครบวงจร ตั้งแต่ออกแบบ schema จนถึงดู data จริงใน DB ผ่าน Prisma 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หลายองค์กรใช้ SQL Server อยู่แล้ว การใช้ Prisma ช่วยให้ backend Node.js ทำงานกับ DB เดิมได้อย่างมีประสิทธิภาพ โดยไม่ต้องย้ายระบบ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เน้นเรื่องการแยกชั้น architecture ให้ผู้เรียนเห็นภาพว่า Prisma ทำหน้าที่อะไร และ controller / service ต่างกันอย่างไร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 flow ตั้งแต่ user login จนถึงจ่ายเงิน ให้เข้าใจว่าแต่ละขั้นเกี่ยวข้องกับ entity ใดบ้าง จะช่วยให้ผู้เรียนเข้าใจ ER Diagram ในสไลด์ถัดไป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 relation: User-Cart 1:1, User-Order 1:N, Category-Product 1:N, Product-CartItem / OrderItem 1:N, Order-Payment 1:1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เริ่มจากการติดตั้ง node + prisma + express ให้ครบ และใช้ prisma init ที่ระบุ provider เป็น sqlserver เพื่อให้ template ถูกต้องตั้งแต่ต้น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ย้ำเรื่อง security: ห้ามเก็บ password จริงใน repo ให้ใช้ .env.example เป็น template และตั้งค่า secret ผ่าน CI/CD หรือ vault ใน 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อธิบายว่า datasource คือ metadata ของ DB ส่วน generator บอก Prisma ให้ build client code ให้ JavaScript ใช้งานได้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เน้นเรื่องการใช้ Decimal กับเงิน และการประกาศ relation ผ่าน @relation(fields, references) เพื่อกำหนด FK ให้ชัด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ย้ำการใช้ @unique ใน FK เพื่อสร้าง 1:1 relation, การใช้ @@index ช่วย query ตาม userId + createdAt ได้รวดเร็ว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 push เหมาะช่วง prototype ส่วน migrate dev คือวิธีมาตรฐานที่ควรใช้ในทุกโปรเจกต์จริง เพราะเก็บ history ของ schema เปลี่ยนแปลงทั้งหมด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อธิบายว่า generate คือ regenerate client, studio คือ GUI, seed คือ script สร้างข้อมูลเริ่มต้น — ต้องใส่ config seed ใน package.json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 PrismaClient ต้องใช้ single instance ทั้งแอป ไม่ใช่สร้างใหม่ทุก request — ทริคใช้ global ใน dev เพื่อกัน hot-reload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แสดงการแยกชั้น service/controller ชัดเจน — service ไม่รู้จัก req/res และ controller ไม่เขียน query ตรง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สาธิตการใช้ include + select ซ้อนกัน รวมถึงจัดลำดับของ items ด้วย orderBy ในระดับ 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เน้นการใช้ count + findMany คู่กันใน Promise.all เพื่อคืน total สำหรับ pagination, และ soft delete ด้วย deletedAt: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 transaction ช่วย rollback อัตโนมัติ หากขั้นตอนใดผิดพลาด เช่น stock ไม่พอ ระบบจะไม่สร้าง order / payment เลย — ป้องกันข้อมูลไม่สอดคล้อง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เน้นให้ผู้เรียนรู้จัก error code ของ Prisma เช่น P2002/P2025 และการสร้าง error middleware เพื่อตอบ HTTP status ที่เหมาะสม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สไลด์สำคัญสำหรับ production — ให้ผู้เรียนจำไว้ว่า PrismaClient ต้อง singleton, ต้อง migrate, ต้อง transaction, ต้อง validate และห้ามใช้ Float เก็บเงิน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สไลด์สุดท้าย: สรุป 4 เรื่องหลักที่ผู้เรียนได้จากคอร์สนี้ พร้อมแนะนำ next step — ทำ workshop, เพิ่ม auth, ทำ test, ตั้งค่า CI/CD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1371600"/>
            <a:ext cx="2926080" cy="292608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 TRAINING SERIES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FE3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การจัดการข้อมูลแบบครบวงจร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CFE3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ด้วยตัวอย่างระบบ E-commerce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F274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4572000"/>
            <a:ext cx="1316736" cy="384048"/>
          </a:xfrm>
          <a:prstGeom prst="roundRect">
            <a:avLst>
              <a:gd name="adj" fmla="val 19048"/>
            </a:avLst>
          </a:prstGeom>
          <a:solidFill>
            <a:srgbClr val="0F274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457200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CommonJS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457200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0F274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457200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94376" y="45720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F274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4376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13448" y="45720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F274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วิทยากร: Backend Team  |  ระดับ: Intermediate  |  22 สไลด์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 (Agenda)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 Prisma + SQL Server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18872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18872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Architecture &amp; Business flow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18872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18872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9828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 Diagram ระบบ E-commerce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1488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14884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Setup โปรเจกต์ + Connection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21488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14884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0352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schema.prisma &amp; Models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21488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14884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09828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Relation (1:1, 1:N)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310896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10896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508760" y="31089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 push vs migrate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43400" y="310896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310896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340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03520" y="31089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Client + Studio + Seed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138160" y="310896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310896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098280" y="31089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เชื่อมกับ Express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406908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406908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50876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 &amp; Relation query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343400" y="406908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43400" y="406908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340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30352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Filter, Sort, Pagination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138160" y="406908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4069080"/>
            <a:ext cx="82296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3816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909828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Transaction, Validation, Best practice, Workshop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หัวใจของคอร์ส: ออกแบบ → เขียน schema → เชื่อม DB → ใช้งานจริงในระบบ E-commerce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คืออะไร?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1480" cy="4114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960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Next-generation ORM สำหรับ Node.js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ORM (Object-Relational Mapping) ที่เขียน query ด้วย JavaScript/TypeScript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ใช้ไฟล์ schema.prisma เป็น single source of truth ของโครงสร้าง DB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type-safe Prisma Client ให้โดยอัตโนมัติ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รองรับหลาย DB: SQL Server, PostgreSQL, MySQL, SQLite, MongoDB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มีเครื่องมือครบ: Migrate, Studio, Client, Introspect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ลดการเขียน SQL ซ้ำ ๆ และลด bug จาก column/ชนิดข้อมูลผิด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554480"/>
            <a:ext cx="4937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554480"/>
            <a:ext cx="91440" cy="14630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691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schema.prisma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20574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 datasource, generator และ model ทั้งหมดในไฟล์เดียว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3154680"/>
            <a:ext cx="4937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154680"/>
            <a:ext cx="91440" cy="1463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291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Client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36576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ไลบรารีที่ generate ขึ้นมา ใช้ query เช่น findMany, create, update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4754880"/>
            <a:ext cx="4937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4754880"/>
            <a:ext cx="91440" cy="146304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4892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Migrate / Studio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5257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สร้างตารางใน DB จริง และเปิด GUI ดูข้อมูลได้ทันที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เหมาะกับงานประเภทใด &amp; ทำไมต้อง SQL Server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5577840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43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เหมาะกับ…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 / GraphQL API บน Node.js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E-commerce, CMS, SaaS, ERP ภายในองค์กร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โปรเจกต์ที่ schema เปลี่ยนบ่อย ต้องการ migration ชัดเจน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ทีมที่อยาก type-safe โดยไม่ต้องเขียน SQL เอง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งานที่ต้องการ productivity สูง + อ่านโค้ดง่าย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3949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143000"/>
            <a:ext cx="5394960" cy="502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143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 SQL Server?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73736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 DB หลักในองค์กรไทยหลายแห่ง (SQL Server 2019/2022)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 transaction, constraint, index ครบถ้วน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ทำงานร่วมกับ Windows Auth / AD ได้ดี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รองรับ Provider: sqlserver อย่างเป็นทางการ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เหมาะกับงานระบบ enterprise ที่ต้องการความมั่นคง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 Architecture: Node.js + Prisma + SQL Server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6400800" cy="822960"/>
          </a:xfrm>
          <a:prstGeom prst="rect">
            <a:avLst/>
          </a:prstGeom>
          <a:solidFill>
            <a:srgbClr val="DCE9FA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/ Browser / 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 HTTP request →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58768" y="2103120"/>
            <a:ext cx="14630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286000"/>
            <a:ext cx="6400800" cy="822960"/>
          </a:xfrm>
          <a:prstGeom prst="rect">
            <a:avLst/>
          </a:prstGeom>
          <a:solidFill>
            <a:srgbClr val="9FC7F0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Express.js (Routes + Controllers)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 request, validate, เรียก service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58768" y="3108960"/>
            <a:ext cx="14630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291840"/>
            <a:ext cx="6400800" cy="822960"/>
          </a:xfrm>
          <a:prstGeom prst="rect">
            <a:avLst/>
          </a:prstGeom>
          <a:solidFill>
            <a:srgbClr val="2E86DE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383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Layer (Business Logic)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คำนวณราคา, จัดการ order, transaction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58768" y="4114800"/>
            <a:ext cx="14630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297680"/>
            <a:ext cx="640080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Client (ORM)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709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query.findMany(), $transaction(), ฯลฯ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58768" y="5120640"/>
            <a:ext cx="14630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303520"/>
            <a:ext cx="6400800" cy="822960"/>
          </a:xfrm>
          <a:prstGeom prst="rect">
            <a:avLst/>
          </a:prstGeom>
          <a:solidFill>
            <a:srgbClr val="091A30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394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 Server Database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715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ตารางจริง + constraint + index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0" y="1280160"/>
            <a:ext cx="4114800" cy="5074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หลักการหลัก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1783080"/>
            <a:ext cx="3794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แยกชั้น routes / controller / service ชัดเจน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Client อยู่ใน service layer เท่านั้น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 query DB ตรงจาก controller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Reusable PrismaClient 1 instance ทั้งแอป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.env แยก config dev / prod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request ผ่าน validation ก่อนเข้าสู่ service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 Business Flow ของระบบ E-commerce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188720"/>
            <a:ext cx="548640" cy="54864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386584" y="2194560"/>
            <a:ext cx="109728" cy="182880"/>
          </a:xfrm>
          <a:prstGeom prst="rtTriangl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46304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188720"/>
            <a:ext cx="548640" cy="54864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เรียกดู Product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Category, Product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352544" y="2194560"/>
            <a:ext cx="109728" cy="182880"/>
          </a:xfrm>
          <a:prstGeom prst="rtTriangl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46304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188720"/>
            <a:ext cx="548640" cy="54864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เพิ่มสินค้าลง Cart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Cart, CartItem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6318504" y="2194560"/>
            <a:ext cx="109728" cy="182880"/>
          </a:xfrm>
          <a:prstGeom prst="rtTriangl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46304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1188720"/>
            <a:ext cx="548640" cy="54864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Checkout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Order, OrderItem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8284464" y="2194560"/>
            <a:ext cx="109728" cy="182880"/>
          </a:xfrm>
          <a:prstGeom prst="rtTriangl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146304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560" y="1188720"/>
            <a:ext cx="548640" cy="54864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392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ชำระเงิน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0392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10250424" y="2194560"/>
            <a:ext cx="109728" cy="182880"/>
          </a:xfrm>
          <a:prstGeom prst="rtTriangl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78440" y="146304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18520" y="1188720"/>
            <a:ext cx="548640" cy="54864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46988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อัปเดต Stock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46988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Product.stock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3657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3657600"/>
            <a:ext cx="91440" cy="23774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ข้อมูลหลัก 8 entity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7240" y="416052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User, Category, Product, Cart, CartItem, Order, OrderItem, Payment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43400" y="3657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43400" y="3657600"/>
            <a:ext cx="91440" cy="237744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จุดสำคัญของระบบ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0" y="416052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ต้องจัดการ stock และเงินอย่างถูกต้อง → ใช้ transaction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payment หลังสร้าง order สำเร็จเท่านั้น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38160" y="3657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3657600"/>
            <a:ext cx="91440" cy="2377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6676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 Prisma ช่วย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66760" y="416052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relation ครบ / query พร้อม include / $transaction() รวมหลาย operation ไว้ด้วยกัน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 Diagram ระบบ E-commerce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2468880" cy="41148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email, name, password, createdAt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7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663440"/>
            <a:ext cx="2468880" cy="41148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512064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slug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872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188720"/>
            <a:ext cx="2468880" cy="41148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16459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price, stock, categoryId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326880" y="118872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1188720"/>
            <a:ext cx="2468880" cy="4114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36608" y="16459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userId, createdAt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26880" y="301752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3017520"/>
            <a:ext cx="2468880" cy="4114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CartItem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36608" y="34747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cartId, productId, quantity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301752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7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017520"/>
            <a:ext cx="2468880" cy="41148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47488" y="34747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userId, total, status, createdAt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484632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7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4846320"/>
            <a:ext cx="2468880" cy="41148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846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OrderItem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47488" y="53035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orderId, productId, quantity, price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326880" y="484632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26880" y="4846320"/>
            <a:ext cx="2468880" cy="4114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4846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36608" y="53035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orderId, method, amount, paidAt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17520" y="1874520"/>
            <a:ext cx="1920240" cy="0"/>
          </a:xfrm>
          <a:prstGeom prst="line">
            <a:avLst/>
          </a:prstGeom>
          <a:noFill/>
          <a:ln w="19050">
            <a:solidFill>
              <a:srgbClr val="5B64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17520" y="5349240"/>
            <a:ext cx="1920240" cy="0"/>
          </a:xfrm>
          <a:prstGeom prst="line">
            <a:avLst/>
          </a:prstGeom>
          <a:noFill/>
          <a:ln w="19050">
            <a:solidFill>
              <a:srgbClr val="5B64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17520" y="1874520"/>
            <a:ext cx="1920240" cy="1828800"/>
          </a:xfrm>
          <a:prstGeom prst="line">
            <a:avLst/>
          </a:prstGeom>
          <a:noFill/>
          <a:ln w="19050">
            <a:solidFill>
              <a:srgbClr val="5B64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2560320"/>
            <a:ext cx="0" cy="2103120"/>
          </a:xfrm>
          <a:prstGeom prst="line">
            <a:avLst/>
          </a:prstGeom>
          <a:noFill/>
          <a:ln w="19050">
            <a:solidFill>
              <a:srgbClr val="5B64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User → N Orders, 1 User → 1 Cart, 1 Category → N Products, 1 Order → N OrderItems, 1 Order → 1 Payment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ติดตั้งโปรเจกต์ Node.js + Prisma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6692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ต้องมี Node.js 18+ ติดตั้งในเครื่อง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สร้างโฟลเดอร์โปรเจกต์ใหม่ + npm init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 Prisma CLI แบบ dev dependency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 @prisma/client สำหรับใช้ใน runtime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 npx prisma init --datasource-provider sqlserver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จะได้โฟลเดอร์ prisma/ และไฟล์ .env อัตโนมัติ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Express เป็น framework หลักสำหรับสร้าง REST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394960" cy="502920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280160"/>
            <a:ext cx="539496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353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0256" y="1353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21424" y="1353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280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setup.sh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6520" y="1600200"/>
            <a:ext cx="51206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สร้างโปรเจกต์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ecommerce-api &amp;&amp; cd ecommerce-api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ติดตั้ง dependency หลัก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 dotenv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prisma --save-dev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@prisma/client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initialize Prisma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init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--datasource-provider sqlserver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โครงสร้างที่ได้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ecommerce-api/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prisma/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schema.prisma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server.js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package.json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 .env และ SQL Server Connection String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6692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อ่าน DATABASE_URL จากไฟล์ .env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Format ของ SQL Server คือ sqlserver://host:port;database=;user=;password=;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encrypt=true กรณีใช้ SSL (แนะนำใน production)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trustServerCertificate=true ถ้า self-signed (dev เท่านั้น)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 commit ไฟล์ .env ขึ้น git (เพิ่มใน .gitignore)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แยกไฟล์ .env.development / .env.production ตาม environment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512064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188720"/>
            <a:ext cx="539496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261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0256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21424" y="1261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188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/ .gitignore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6520" y="1508760"/>
            <a:ext cx="51206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DATABASE_URL="sqlserver://localhost:1433;\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database=ecommerce;\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user=sa;\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password=YourStrong!Passw0rd;\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encrypt=true;\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trustServerCertificate=true"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NODE_ENV=development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!.env.example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schema.prisma: datasource &amp; generator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6692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datasource กำหนดชนิดและที่อยู่ของฐานข้อมูล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provider = "sqlserver" สำหรับ Microsoft SQL 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url อ่านค่าจาก env("DATABASE_URL")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generator client บอกว่าจะสร้าง Prisma Client สำหรับ JavaScript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provider = "prisma-client-js" เป็น default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เมื่อแก้ schema → รัน npx prisma generate เพื่ออัปเดต client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394960" cy="502920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280160"/>
            <a:ext cx="539496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353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0256" y="1353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21424" y="1353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280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prisma/schema.prisma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6520" y="1600200"/>
            <a:ext cx="51206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prisma/schema.prisma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 db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 = "sqlserver"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     = env("DATABASE_URL")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 client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 = "prisma-client-js"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ทุกครั้งที่แก้ model ต้องรัน: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npx prisma generate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เพื่อ regenerate client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Model และกำหนด Relation ใน schema.prisma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 model คือหนึ่งตารางใน DB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@id ให้ primary key, @unique ให้ column ที่ห้ามซ้ำ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@default(autoincrement()) ใช้กับ Int id, @default(now()) กับ DateTime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Decimal @db.Decimal(10,2) เก็บราคา (ห้ามใช้ Float เก็บเงิน)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Relation ใช้คู่ field: scalar FK + navigation field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1:N → ฝั่ง many ใส่ foreign key, ฝั่ง one ใส่ array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1:1 → ใช้ @unique ที่ foreign key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5669280" cy="521208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188720"/>
            <a:ext cx="566928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4768" y="1261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5936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47104" y="1261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prisma/schema.prisma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72200" y="1508760"/>
            <a:ext cx="53949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User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Int      @id @default(autoincrement())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String   @unique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 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    Order[]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      Cart?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DateTime @default(now())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Category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Int       @id @default(autoincrement())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slug     String    @unique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products Product[]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Product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Int         @id @default(autoincrement())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     Decimal     @db.Decimal(10,2)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      Int         @default(0)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categoryId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  Category    @relation(fields: [categoryId],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references: [id])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orderItems OrderItem[]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cartItems  CartItem[]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 ต่อ: Cart, Order, OrderItem, Payment (1:1 vs 1:N)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48463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 Relation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526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One-to-Many (1:N): User → Orders, Order → OrderItems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One-to-One (1:1): User → Cart, Order → Payment (ใช้ @unique)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FK field (เช่น userId) + navigation field (user)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onDelete: Cascade ให้ลบลูกทั้งหมดเมื่อลบ parent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พิจารณา soft delete: เพิ่ม field deletedAt DateTime?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Index: @@index([field]) ช่วยให้ query เร็วขึ้น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188720"/>
            <a:ext cx="6217920" cy="521208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188720"/>
            <a:ext cx="621792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6128" y="1261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97296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98464" y="1261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887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prisma/schema.prisma (ต่อ)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23560" y="1508760"/>
            <a:ext cx="5943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Cart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Int        @id @default(autoincrement())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   Int        @unique        // 1:1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     User       @relation(fields: [userId],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references: [id])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     CartItem[]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Order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Int         @id @default(autoincrement())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  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    Decimal     @db.Decimal(12,2)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String      @default("PENDING")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     User        @relation(fields: [userId],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references: [id])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     OrderItem[]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   Payment?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DateTime    @default(now())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@@index([userId, createdAt])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Payment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Int      @id @default(autoincrement())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   Int      @unique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  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    Decimal  @db.Decimal(12,2)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paidAt    DateTime @default(now())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    Order    @relation(fields: [orderId],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references: [id])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 Lifecycle: db push vs migrate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280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db push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0" y="1280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migrate dev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783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prototype / dev เร็ว 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migration history ถาวร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สร้างไฟล์?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3774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ไม่สร้าง migration file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23774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สร้างโฟลเดอร์ migrations/...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11064240" cy="594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71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เหมาะกับ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2971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 design schema ยังไม่นิ่ง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29718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ทุกโปรเจกต์ที่ขึ้น production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ย้อนกลับ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35661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ย้อนไม่ได้ (ทำ schema ตรง ๆ)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35661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rollback ได้ ผ่าน migrate resolve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64240" cy="594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CI/CD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4160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ไม่เหมาะ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41605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เหมาะมาก: ใช้ migrate deploy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1064240" cy="150876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846320"/>
            <a:ext cx="1106424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49194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" y="49194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0704" y="49194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84632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" y="51663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ช่วง dev — sync schema ไว 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db push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ช่วง production-ready — สร้าง migration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dev --name init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 บน prod (ไม่สร้างไฟล์ใหม่)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deploy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ดึง schema จาก DB เดิม (reverse)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db pull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Client · Studio · Seed ข้อมูลเริ่มต้น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96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91440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327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npx prisma generate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3276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@prisma/client ใหม่ตาม schema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ต้องรันทุกครั้งหลังแก้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82440" y="1280160"/>
            <a:ext cx="3596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2440" y="1280160"/>
            <a:ext cx="91440" cy="2194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1040" y="1417320"/>
            <a:ext cx="327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npx prisma studio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1040" y="1783080"/>
            <a:ext cx="3276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GUI ที่ localhost:5555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ดู/แก้ข้อมูลในทุกตารางได้ทันที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6240" y="1280160"/>
            <a:ext cx="3596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6240" y="1280160"/>
            <a:ext cx="91440" cy="219456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417320"/>
            <a:ext cx="327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npx prisma db seed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783080"/>
            <a:ext cx="3276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รันไฟล์ prisma/seed.js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4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ใส่ข้อมูลเริ่มต้นให้ระบบ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11064240" cy="274320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11880"/>
            <a:ext cx="1106424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68503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36850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36850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61188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prisma/seed.js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3931920"/>
            <a:ext cx="10789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prisma/seed.js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PrismaClient } = require('@prisma/client')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prisma = new PrismaClient()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main 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prisma.category.createMany({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name: 'Electronics', slug: 'electronics'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name: 'Books',       slug: 'books'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skipDuplicates: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prisma.product.create({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'Keyboard',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price: 1290.00,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stock: 50,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category: { connect: { slug: 'electronics' }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.catch((e) =&gt; { console.error(e); process.exit(1)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.finally(async () =&gt; { await prisma.$disconnect() 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package.json: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"prisma": { "seed": "node prisma/seed.js" 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 Prisma Client กับ Express App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สร้างไฟล์ prisma.js เพื่อ export PrismaClient 1 instance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ป้องกันการ instance ใหม่ทุกครั้งที่ hot-reload ใน dev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 server.js เรียกใช้ express + routes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แยกโฟลเดอร์: routes / controllers / services ชัดเจน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routes รู้จัก HTTP method, controller จัดการ req/res, service คุย DB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5394960" cy="23317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โครงสร้างโปรเจกต์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5074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ecommerce-api/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prisma/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schema.prisma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seed.js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src/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prisma.js          ← shared PrismaClient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routes/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 productRoutes.js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controllers/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 productController.js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services/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 productService.js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server.js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.env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5669280" cy="521208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188720"/>
            <a:ext cx="566928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4768" y="1261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7104" y="1261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src/prisma.js + server.js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508760"/>
            <a:ext cx="53949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src/prisma.js  (reusable client)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PrismaClient } = require('@prisma/client')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prisma = global.__prisma || new PrismaClient({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log: ['warn', 'error']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(process.env.NODE_ENV !== 'production')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global.__prisma = prisma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prisma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require('express')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productRoutes = require('./src/routes/productRoutes')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app.use('/api/products', productRoutes)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PORT = process.env.PORT || 3000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app.listen(PORT, ()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console.log('API ready on ' + PORT))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 Product: Service Layer + Controller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= คุยกับ Prisma, ไม่รู้เรื่อง req/res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Controller = รับ req, validate, เรียก service, ตอบ 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 / findMany / findUnique / update / delete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where, select, include ได้ในทุก query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return ข้อมูลเฉพาะที่จำเป็น เพื่อ performance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669280" cy="310896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91840"/>
            <a:ext cx="566928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336499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336499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" y="33649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291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services/productService.js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5394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services/productService.js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prisma = require('../prisma')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exports.list   = () =&gt; prisma.product.findMany({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include: { category: true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exports.getById = (id) =&gt; prisma.product.findUnique({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id: Number(id)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exports.create = (data) =&gt; prisma.product.create({ data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exports.updateStock = (id, stock)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prisma.product.update({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where: { id: Number(id)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 { stock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exports.remove = (id)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prisma.product.delete({ where: { id: Number(id) } })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188720"/>
            <a:ext cx="539496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9088" y="1261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21424" y="1261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188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 + routes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1508760"/>
            <a:ext cx="512064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controllers/productController.js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service = require('../services/productService')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exports.list = async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items = await service.list()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res.json(items)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exports.create = async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 = await service.create(req.body)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res.status(201).json(p)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res.status(400).json({ message: err.message 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routes/productRoutes.js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router = require('express').Router()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require('../controllers/productController')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router.get('/',    c.list)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router.post('/',   c.create)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router.patch('/:id/stock', c.updateStock)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router.delete('/:id',      c.remove)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router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RELATION QUERY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Relation Query: Order พร้อม OrderItems และ User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include ดึง relation มาด้วย (JOIN)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เลือกเฉพาะ column ที่ต้องการ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nested include ซ้อนได้หลายชั้น เช่น items.product.category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หลีกเลี่ยงการ include ทุกอย่าง → ดึงเฉพาะที่ใช้จริง (ประหยัด bandwidth)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orderBy ได้ในทั้ง parent และ relation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394960" cy="18745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JSON response (ย่อ)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101, "total": 2580.00, "status": "PAID",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"user":  { "id": 3, "email": "a@x.com"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"quantity": 2, "product": { "name": "Keyboard"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"quantity": 1, "product": { "name": "Mouse" }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"payment": { "method": "CREDIT_CARD", "amount": 2580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5669280" cy="521208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188720"/>
            <a:ext cx="566928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4768" y="1261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7104" y="1261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services/orderService.js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508760"/>
            <a:ext cx="53949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services/orderService.js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prisma = require('../prisma')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exports.getOrderDetail = (id)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prisma.order.findUnique({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where: { id: Number(id)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user:    { select: { id: true, email: true, name: true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items: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include: { product: { select: { name: true, price: true }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orderBy: { id: 'asc'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payment: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exports.listOrdersByUser = (userId)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prisma.order.findMany({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where: { userId: Number(userId)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orderBy: { createdAt: 'desc'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include: { items: true, payment: true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Filtering, Sorting, Pagination, Search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where: เงื่อนไขกรอง เช่น equals, gt, lt, contains, 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orderBy: จัดเรียงได้หลาย field เช่น [{price:'asc'},{id:'desc'}]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skip + take: pagination มาตรฐาน (offset + limit)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cursor: pagination แบบ cursor-based สำหรับ data จำนวนมาก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contains + mode: 'insensitive' ใช้ค้นหาแบบไม่สนตัวพิมพ์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combine AND / OR ได้ เช่น { AND: [ ... ], OR: [ ... ] 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5669280" cy="521208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188720"/>
            <a:ext cx="566928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4768" y="1261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5936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47104" y="1261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services/productService.js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72200" y="1508760"/>
            <a:ext cx="53949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services/productService.js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exports.search = async ({ q, categoryId, minPrice,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maxPrice, sort='desc', page=1, size=10 })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where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          ? { name: { contains: q } }       : {},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categoryId ? { categoryId: Number(categoryId) } : {},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minPrice   ? { price: { gte: Number(minPrice) } } : {},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maxPrice   ? { price: { lte: Number(maxPrice) } } : {},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deletedAt: null }          // soft-delete filter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[total, items] = await Promise.all([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prisma.product.count({ where }),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prisma.product.findMany({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orderBy: { price: sort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skip: (page - 1) * size,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take: Number(size),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select: { id: true, name: true, price: true, stock: true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total, page, size,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pages: Math.ceil(total / size), items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Transaction: ขั้นตอนการสั่งซื้อที่ปลอดภัย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prisma.$transaction([...]) รวมหลาย operation เป็นหน่วยเดียว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หรือใช้แบบ interactive: $transaction(async (tx) =&gt; {...})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ถ้าขั้นตอนใด throw → rollback ทั้งหมดอัตโนมัติ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เหมาะสำหรับ: สร้าง Order + ลด stock + บันทึก Payment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stock ก่อน; ถ้าไม่พอให้ throw → ไม่หัก stock, ไม่สร้าง payment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983480"/>
            <a:ext cx="5394960" cy="14173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C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3492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27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อย่าตรวจ stock นอก transaction แล้วค่อยหักใน transaction — อาจเกิด race condition ควรตรวจ + หัก ภายใน block เดียวกัน และพิจารณา isolation level: Serializable สำหรับระบบที่ต้องแม่นยำสูง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5669280" cy="521208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188720"/>
            <a:ext cx="566928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4768" y="1261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7104" y="1261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services/orderService.js — $transaction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508760"/>
            <a:ext cx="53949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services/orderService.js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exports.createOrder = async (userId, items)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prisma.$transaction(async (tx)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1) ตรวจ + หัก stock ทีละ item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total =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(const it of items)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p = await tx.product.findUnique({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where: { id: it.productId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(!p || p.stock &lt; it.quantity)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Error('Out of stock: ' + it.productId)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 += Number(p.price) * it.quantity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tx.product.update({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where: { id: it.productId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data:  { stock: { decrement: it.quantity }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2) สร้าง order + items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order = await tx.order.create({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userId, total, status: 'PENDING',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items: { create: items.map(i =&gt; 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productId: i.productId,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quantity:  i.quantity,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price:     i.price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}))}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include: { items: true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3) บันทึก payment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tx.payment.create({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data: { orderId: order.id, method: 'CREDIT_CARD',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amount: total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Validation และ Error Handling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Validate ก่อนเข้าสู่ service เสมอ (Zod / Joi / express-validator)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ตรวจชนิด, required, ความยาว, format (email, uuid)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try/catch รอบ service call แล้ว map error → HTTP status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throw PrismaClientKnownRequestError พร้อม code (P2002, P2025)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P2002 = unique violation, P2025 = not found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central error middleware สำหรับรวม error ทั้งแอป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5669280" cy="5212080"/>
          </a:xfrm>
          <a:prstGeom prst="rect">
            <a:avLst/>
          </a:prstGeom>
          <a:solidFill>
            <a:srgbClr val="0B1B33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188720"/>
            <a:ext cx="5669280" cy="25603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4768" y="1261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5936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47104" y="1261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+ validation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72200" y="1508760"/>
            <a:ext cx="53949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middlewares/errorHandler.js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Prisma } = require('@prisma/client')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(err, req, res, next)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console.error(err)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 instanceof Prisma.PrismaClientKnownRequestError)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(err.code === 'P2002')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res.status(409).json({ message: 'Duplicate field'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(err.code === 'P2025')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res.status(404).json({ message: 'Not found'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res.status(500).json({ message: 'Internal server error'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controllers/productController.js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z } = require('zod')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schema = z.object({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z.string().min(1),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z.number().positive(),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stock: z.number().int().min(0),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categoryId: z.number().int()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exports.create = async (req, res, next)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schema.parse(req.body)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 = await service.create(data)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res.status(201).json(p)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 next(err)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Best Practices &amp; Common Mistakes สำหรับ Production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57784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5577840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Do — Best Practices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5166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PrismaClient single instance ทั้งแอป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routes / controllers / services / prisma.js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Migrate ทุกครั้ง (อย่าใช้ db push บน prod)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Decimal เก็บเงิน อย่าใช้ Float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transaction กับงานที่ต้องปรับหลายตาราง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Validate input ก่อนเข้าสู่ Prisma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@@index สำหรับ field ที่ query บ่อย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Soft delete ด้วย deletedAt แทน hard delete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log: ['warn','error'] + APM monitoring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 connection_limit ใน DATABASE_URL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2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Don't — Common Mistakes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4983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new PrismaClient() ทุก request → connection leak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query DB ตรงจาก controller → ทดสอบยาก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ลืมรัน prisma generate หลังแก้ schema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include ลึกเกินไป → query ช้า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ไม่ใช้ transaction ตอนหัก stock + สร้าง order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password แบบ plain text (ต้อง hash ด้วย bcrypt)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ไฟล์ .env ขึ้น git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ไม่จัดการ error → ตอบ 500 ทุกกรณี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Float เก็บเงิน → ราคาผิดเพราะ rounding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A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db push บน production → รัน migration ล้ม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+ SQL Server + Node.js  |  E-commerce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2E86DE">
              <a:alpha val="25000"/>
            </a:srgbClr>
          </a:solidFill>
          <a:ln w="12700">
            <a:solidFill>
              <a:srgbClr val="2E86D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SUMMARY &amp; 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สรุปและก้าวต่อไป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394960" cy="1371600"/>
          </a:xfrm>
          <a:prstGeom prst="rect">
            <a:avLst/>
          </a:prstGeom>
          <a:solidFill>
            <a:srgbClr val="13284C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822960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148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 Prisma + SQL Server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2606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schema.prisma, Provider sqlserver, Prisma Client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5394960" cy="1371600"/>
          </a:xfrm>
          <a:prstGeom prst="rect">
            <a:avLst/>
          </a:prstGeom>
          <a:solidFill>
            <a:srgbClr val="13284C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011680"/>
            <a:ext cx="822960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69480" y="2148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 DB ได้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69480" y="2606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Model, Relation 1:1 / 1:N, @@index, Decimal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5394960" cy="1371600"/>
          </a:xfrm>
          <a:prstGeom prst="rect">
            <a:avLst/>
          </a:prstGeom>
          <a:solidFill>
            <a:srgbClr val="13284C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66160"/>
            <a:ext cx="822960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6616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703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API จริงได้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41605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Express + routes/controllers/services + CRUD + pagination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566160"/>
            <a:ext cx="5394960" cy="1371600"/>
          </a:xfrm>
          <a:prstGeom prst="rect">
            <a:avLst/>
          </a:prstGeom>
          <a:solidFill>
            <a:srgbClr val="13284C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566160"/>
            <a:ext cx="822960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56616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1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69480" y="3703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คุม data ถูกต้อง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69480" y="41605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$transaction, validation, error handling, best practices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303520"/>
            <a:ext cx="11064240" cy="1051560"/>
          </a:xfrm>
          <a:prstGeom prst="rect">
            <a:avLst/>
          </a:prstGeom>
          <a:solidFill>
            <a:srgbClr val="102A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49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 Steps: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ทำ Workshop — สร้าง E-commerce API ของตัวเอง    ② เพิ่ม auth ด้วย JWT    ③ ทำ Docker + CI/CD    ④ เพิ่ม unit/integration test (Jest + supertest)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2D3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ขอบคุณที่ติดตามจนจบ — Happy coding! 🎯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2026-04-24T08:45:21Z</dcterms:created>
  <dcterms:modified xsi:type="dcterms:W3CDTF">2026-04-24T08:56:50Z</dcterms:modified>
</cp:coreProperties>
</file>