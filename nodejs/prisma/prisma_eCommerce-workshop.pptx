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D28A53-5CD6-0495-9817-F437DEE6CC6C}" v="6" dt="2026-04-24T08:31:25.4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1I2 Jirayu S.Kaw" userId="S::300260129@th.maxxis.com::f59d7631-84c6-4c5a-a848-622dc00af3ab" providerId="AD" clId="Web-{6AD28A53-5CD6-0495-9817-F437DEE6CC6C}"/>
    <pc:docChg chg="mod addSld delSld modSld addMainMaster delMainMaster modNotesMaster setSldSz">
      <pc:chgData name="D1I2 Jirayu S.Kaw" userId="S::300260129@th.maxxis.com::f59d7631-84c6-4c5a-a848-622dc00af3ab" providerId="AD" clId="Web-{6AD28A53-5CD6-0495-9817-F437DEE6CC6C}" dt="2026-04-24T08:35:56.007" v="7"/>
      <pc:docMkLst>
        <pc:docMk/>
      </pc:docMkLst>
      <pc:sldChg chg="modSp add modNotes">
        <pc:chgData name="D1I2 Jirayu S.Kaw" userId="S::300260129@th.maxxis.com::f59d7631-84c6-4c5a-a848-622dc00af3ab" providerId="AD" clId="Web-{6AD28A53-5CD6-0495-9817-F437DEE6CC6C}" dt="2026-04-24T08:35:56.007" v="7"/>
        <pc:sldMkLst>
          <pc:docMk/>
          <pc:sldMk cId="0" sldId="256"/>
        </pc:sldMkLst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56"/>
            <ac:spMk id="54" creationId="{00000000-0000-0000-0000-000000000000}"/>
          </ac:spMkLst>
        </pc:spChg>
      </pc:sldChg>
      <pc:sldChg chg="modSp add modNotes">
        <pc:chgData name="D1I2 Jirayu S.Kaw" userId="S::300260129@th.maxxis.com::f59d7631-84c6-4c5a-a848-622dc00af3ab" providerId="AD" clId="Web-{6AD28A53-5CD6-0495-9817-F437DEE6CC6C}" dt="2026-04-24T08:35:56.007" v="7"/>
        <pc:sldMkLst>
          <pc:docMk/>
          <pc:sldMk cId="0" sldId="257"/>
        </pc:sldMkLst>
        <pc:spChg chg="mod">
          <ac:chgData name="D1I2 Jirayu S.Kaw" userId="S::300260129@th.maxxis.com::f59d7631-84c6-4c5a-a848-622dc00af3ab" providerId="AD" clId="Web-{6AD28A53-5CD6-0495-9817-F437DEE6CC6C}" dt="2026-04-24T08:35:56.007" v="7"/>
          <ac:spMkLst>
            <pc:docMk/>
            <pc:sldMk cId="0" sldId="257"/>
            <ac:spMk id="6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57"/>
            <ac:spMk id="9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57"/>
            <ac:spMk id="10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57"/>
            <ac:spMk id="18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57"/>
            <ac:spMk id="23" creationId="{00000000-0000-0000-0000-000000000000}"/>
          </ac:spMkLst>
        </pc:spChg>
      </pc:sldChg>
      <pc:sldChg chg="delSp modSp add modNotes">
        <pc:chgData name="D1I2 Jirayu S.Kaw" userId="S::300260129@th.maxxis.com::f59d7631-84c6-4c5a-a848-622dc00af3ab" providerId="AD" clId="Web-{6AD28A53-5CD6-0495-9817-F437DEE6CC6C}" dt="2026-04-24T08:35:56.007" v="7"/>
        <pc:sldMkLst>
          <pc:docMk/>
          <pc:sldMk cId="0" sldId="258"/>
        </pc:sldMkLst>
        <pc:spChg chg="mod">
          <ac:chgData name="D1I2 Jirayu S.Kaw" userId="S::300260129@th.maxxis.com::f59d7631-84c6-4c5a-a848-622dc00af3ab" providerId="AD" clId="Web-{6AD28A53-5CD6-0495-9817-F437DEE6CC6C}" dt="2026-04-24T08:35:56.007" v="7"/>
          <ac:spMkLst>
            <pc:docMk/>
            <pc:sldMk cId="0" sldId="258"/>
            <ac:spMk id="6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58"/>
            <ac:spMk id="25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58"/>
            <ac:spMk id="26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58"/>
            <ac:spMk id="28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58"/>
            <ac:spMk id="31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58"/>
            <ac:spMk id="35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58"/>
            <ac:spMk id="37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58"/>
            <ac:spMk id="43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58"/>
            <ac:spMk id="46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58"/>
            <ac:spMk id="47" creationId="{00000000-0000-0000-0000-000000000000}"/>
          </ac:spMkLst>
        </pc:spChg>
        <pc:spChg chg="del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58"/>
            <ac:spMk id="51" creationId="{00000000-0000-0000-0000-000000000000}"/>
          </ac:spMkLst>
        </pc:spChg>
      </pc:sldChg>
      <pc:sldChg chg="delSp modSp add modNotes">
        <pc:chgData name="D1I2 Jirayu S.Kaw" userId="S::300260129@th.maxxis.com::f59d7631-84c6-4c5a-a848-622dc00af3ab" providerId="AD" clId="Web-{6AD28A53-5CD6-0495-9817-F437DEE6CC6C}" dt="2026-04-24T08:35:56.007" v="7"/>
        <pc:sldMkLst>
          <pc:docMk/>
          <pc:sldMk cId="0" sldId="259"/>
        </pc:sldMkLst>
        <pc:spChg chg="mod">
          <ac:chgData name="D1I2 Jirayu S.Kaw" userId="S::300260129@th.maxxis.com::f59d7631-84c6-4c5a-a848-622dc00af3ab" providerId="AD" clId="Web-{6AD28A53-5CD6-0495-9817-F437DEE6CC6C}" dt="2026-04-24T08:35:56.007" v="7"/>
          <ac:spMkLst>
            <pc:docMk/>
            <pc:sldMk cId="0" sldId="259"/>
            <ac:spMk id="6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59"/>
            <ac:spMk id="47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59"/>
            <ac:spMk id="48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59"/>
            <ac:spMk id="49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59"/>
            <ac:spMk id="50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59"/>
            <ac:spMk id="51" creationId="{00000000-0000-0000-0000-000000000000}"/>
          </ac:spMkLst>
        </pc:spChg>
        <pc:spChg chg="del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59"/>
            <ac:spMk id="52" creationId="{00000000-0000-0000-0000-000000000000}"/>
          </ac:spMkLst>
        </pc:spChg>
      </pc:sldChg>
      <pc:sldChg chg="modSp add modNotes">
        <pc:chgData name="D1I2 Jirayu S.Kaw" userId="S::300260129@th.maxxis.com::f59d7631-84c6-4c5a-a848-622dc00af3ab" providerId="AD" clId="Web-{6AD28A53-5CD6-0495-9817-F437DEE6CC6C}" dt="2026-04-24T08:35:56.007" v="7"/>
        <pc:sldMkLst>
          <pc:docMk/>
          <pc:sldMk cId="0" sldId="260"/>
        </pc:sldMkLst>
        <pc:spChg chg="mod">
          <ac:chgData name="D1I2 Jirayu S.Kaw" userId="S::300260129@th.maxxis.com::f59d7631-84c6-4c5a-a848-622dc00af3ab" providerId="AD" clId="Web-{6AD28A53-5CD6-0495-9817-F437DEE6CC6C}" dt="2026-04-24T08:35:56.007" v="7"/>
          <ac:spMkLst>
            <pc:docMk/>
            <pc:sldMk cId="0" sldId="260"/>
            <ac:spMk id="6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60"/>
            <ac:spMk id="15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60"/>
            <ac:spMk id="39" creationId="{00000000-0000-0000-0000-000000000000}"/>
          </ac:spMkLst>
        </pc:spChg>
      </pc:sldChg>
      <pc:sldChg chg="modSp add modNotes">
        <pc:chgData name="D1I2 Jirayu S.Kaw" userId="S::300260129@th.maxxis.com::f59d7631-84c6-4c5a-a848-622dc00af3ab" providerId="AD" clId="Web-{6AD28A53-5CD6-0495-9817-F437DEE6CC6C}" dt="2026-04-24T08:35:56.007" v="7"/>
        <pc:sldMkLst>
          <pc:docMk/>
          <pc:sldMk cId="0" sldId="261"/>
        </pc:sldMkLst>
        <pc:spChg chg="mod">
          <ac:chgData name="D1I2 Jirayu S.Kaw" userId="S::300260129@th.maxxis.com::f59d7631-84c6-4c5a-a848-622dc00af3ab" providerId="AD" clId="Web-{6AD28A53-5CD6-0495-9817-F437DEE6CC6C}" dt="2026-04-24T08:35:56.007" v="7"/>
          <ac:spMkLst>
            <pc:docMk/>
            <pc:sldMk cId="0" sldId="261"/>
            <ac:spMk id="6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5:56.007" v="7"/>
          <ac:spMkLst>
            <pc:docMk/>
            <pc:sldMk cId="0" sldId="261"/>
            <ac:spMk id="15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61"/>
            <ac:spMk id="35" creationId="{00000000-0000-0000-0000-000000000000}"/>
          </ac:spMkLst>
        </pc:spChg>
      </pc:sldChg>
      <pc:sldChg chg="modSp add modNotes">
        <pc:chgData name="D1I2 Jirayu S.Kaw" userId="S::300260129@th.maxxis.com::f59d7631-84c6-4c5a-a848-622dc00af3ab" providerId="AD" clId="Web-{6AD28A53-5CD6-0495-9817-F437DEE6CC6C}" dt="2026-04-24T08:35:56.007" v="7"/>
        <pc:sldMkLst>
          <pc:docMk/>
          <pc:sldMk cId="0" sldId="262"/>
        </pc:sldMkLst>
        <pc:spChg chg="mod">
          <ac:chgData name="D1I2 Jirayu S.Kaw" userId="S::300260129@th.maxxis.com::f59d7631-84c6-4c5a-a848-622dc00af3ab" providerId="AD" clId="Web-{6AD28A53-5CD6-0495-9817-F437DEE6CC6C}" dt="2026-04-24T08:35:56.007" v="7"/>
          <ac:spMkLst>
            <pc:docMk/>
            <pc:sldMk cId="0" sldId="262"/>
            <ac:spMk id="6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62"/>
            <ac:spMk id="26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62"/>
            <ac:spMk id="28" creationId="{00000000-0000-0000-0000-000000000000}"/>
          </ac:spMkLst>
        </pc:spChg>
      </pc:sldChg>
      <pc:sldChg chg="modSp add modNotes">
        <pc:chgData name="D1I2 Jirayu S.Kaw" userId="S::300260129@th.maxxis.com::f59d7631-84c6-4c5a-a848-622dc00af3ab" providerId="AD" clId="Web-{6AD28A53-5CD6-0495-9817-F437DEE6CC6C}" dt="2026-04-24T08:35:56.007" v="7"/>
        <pc:sldMkLst>
          <pc:docMk/>
          <pc:sldMk cId="0" sldId="263"/>
        </pc:sldMkLst>
        <pc:spChg chg="mod">
          <ac:chgData name="D1I2 Jirayu S.Kaw" userId="S::300260129@th.maxxis.com::f59d7631-84c6-4c5a-a848-622dc00af3ab" providerId="AD" clId="Web-{6AD28A53-5CD6-0495-9817-F437DEE6CC6C}" dt="2026-04-24T08:35:56.007" v="7"/>
          <ac:spMkLst>
            <pc:docMk/>
            <pc:sldMk cId="0" sldId="263"/>
            <ac:spMk id="6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63"/>
            <ac:spMk id="11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63"/>
            <ac:spMk id="16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63"/>
            <ac:spMk id="17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63"/>
            <ac:spMk id="20" creationId="{00000000-0000-0000-0000-000000000000}"/>
          </ac:spMkLst>
        </pc:spChg>
      </pc:sldChg>
      <pc:sldChg chg="modSp add modNotes">
        <pc:chgData name="D1I2 Jirayu S.Kaw" userId="S::300260129@th.maxxis.com::f59d7631-84c6-4c5a-a848-622dc00af3ab" providerId="AD" clId="Web-{6AD28A53-5CD6-0495-9817-F437DEE6CC6C}" dt="2026-04-24T08:35:56.007" v="7"/>
        <pc:sldMkLst>
          <pc:docMk/>
          <pc:sldMk cId="0" sldId="264"/>
        </pc:sldMkLst>
        <pc:spChg chg="mod">
          <ac:chgData name="D1I2 Jirayu S.Kaw" userId="S::300260129@th.maxxis.com::f59d7631-84c6-4c5a-a848-622dc00af3ab" providerId="AD" clId="Web-{6AD28A53-5CD6-0495-9817-F437DEE6CC6C}" dt="2026-04-24T08:35:56.007" v="7"/>
          <ac:spMkLst>
            <pc:docMk/>
            <pc:sldMk cId="0" sldId="264"/>
            <ac:spMk id="6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64"/>
            <ac:spMk id="14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64"/>
            <ac:spMk id="15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64"/>
            <ac:spMk id="37" creationId="{00000000-0000-0000-0000-000000000000}"/>
          </ac:spMkLst>
        </pc:spChg>
      </pc:sldChg>
      <pc:sldChg chg="modSp add modNotes">
        <pc:chgData name="D1I2 Jirayu S.Kaw" userId="S::300260129@th.maxxis.com::f59d7631-84c6-4c5a-a848-622dc00af3ab" providerId="AD" clId="Web-{6AD28A53-5CD6-0495-9817-F437DEE6CC6C}" dt="2026-04-24T08:35:56.007" v="7"/>
        <pc:sldMkLst>
          <pc:docMk/>
          <pc:sldMk cId="0" sldId="265"/>
        </pc:sldMkLst>
        <pc:spChg chg="mod">
          <ac:chgData name="D1I2 Jirayu S.Kaw" userId="S::300260129@th.maxxis.com::f59d7631-84c6-4c5a-a848-622dc00af3ab" providerId="AD" clId="Web-{6AD28A53-5CD6-0495-9817-F437DEE6CC6C}" dt="2026-04-24T08:35:56.007" v="7"/>
          <ac:spMkLst>
            <pc:docMk/>
            <pc:sldMk cId="0" sldId="265"/>
            <ac:spMk id="6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65"/>
            <ac:spMk id="14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65"/>
            <ac:spMk id="31" creationId="{00000000-0000-0000-0000-000000000000}"/>
          </ac:spMkLst>
        </pc:spChg>
      </pc:sldChg>
      <pc:sldChg chg="modSp add modNotes">
        <pc:chgData name="D1I2 Jirayu S.Kaw" userId="S::300260129@th.maxxis.com::f59d7631-84c6-4c5a-a848-622dc00af3ab" providerId="AD" clId="Web-{6AD28A53-5CD6-0495-9817-F437DEE6CC6C}" dt="2026-04-24T08:35:56.007" v="7"/>
        <pc:sldMkLst>
          <pc:docMk/>
          <pc:sldMk cId="0" sldId="266"/>
        </pc:sldMkLst>
        <pc:spChg chg="mod">
          <ac:chgData name="D1I2 Jirayu S.Kaw" userId="S::300260129@th.maxxis.com::f59d7631-84c6-4c5a-a848-622dc00af3ab" providerId="AD" clId="Web-{6AD28A53-5CD6-0495-9817-F437DEE6CC6C}" dt="2026-04-24T08:35:56.007" v="7"/>
          <ac:spMkLst>
            <pc:docMk/>
            <pc:sldMk cId="0" sldId="266"/>
            <ac:spMk id="6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66"/>
            <ac:spMk id="14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66"/>
            <ac:spMk id="19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66"/>
            <ac:spMk id="28" creationId="{00000000-0000-0000-0000-000000000000}"/>
          </ac:spMkLst>
        </pc:spChg>
      </pc:sldChg>
      <pc:sldChg chg="modSp add modNotes">
        <pc:chgData name="D1I2 Jirayu S.Kaw" userId="S::300260129@th.maxxis.com::f59d7631-84c6-4c5a-a848-622dc00af3ab" providerId="AD" clId="Web-{6AD28A53-5CD6-0495-9817-F437DEE6CC6C}" dt="2026-04-24T08:35:56.007" v="7"/>
        <pc:sldMkLst>
          <pc:docMk/>
          <pc:sldMk cId="0" sldId="267"/>
        </pc:sldMkLst>
        <pc:spChg chg="mod">
          <ac:chgData name="D1I2 Jirayu S.Kaw" userId="S::300260129@th.maxxis.com::f59d7631-84c6-4c5a-a848-622dc00af3ab" providerId="AD" clId="Web-{6AD28A53-5CD6-0495-9817-F437DEE6CC6C}" dt="2026-04-24T08:35:56.007" v="7"/>
          <ac:spMkLst>
            <pc:docMk/>
            <pc:sldMk cId="0" sldId="267"/>
            <ac:spMk id="6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67"/>
            <ac:spMk id="14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67"/>
            <ac:spMk id="20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67"/>
            <ac:spMk id="23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67"/>
            <ac:spMk id="24" creationId="{00000000-0000-0000-0000-000000000000}"/>
          </ac:spMkLst>
        </pc:spChg>
      </pc:sldChg>
      <pc:sldChg chg="modSp add modNotes">
        <pc:chgData name="D1I2 Jirayu S.Kaw" userId="S::300260129@th.maxxis.com::f59d7631-84c6-4c5a-a848-622dc00af3ab" providerId="AD" clId="Web-{6AD28A53-5CD6-0495-9817-F437DEE6CC6C}" dt="2026-04-24T08:35:56.007" v="7"/>
        <pc:sldMkLst>
          <pc:docMk/>
          <pc:sldMk cId="0" sldId="268"/>
        </pc:sldMkLst>
        <pc:spChg chg="mod">
          <ac:chgData name="D1I2 Jirayu S.Kaw" userId="S::300260129@th.maxxis.com::f59d7631-84c6-4c5a-a848-622dc00af3ab" providerId="AD" clId="Web-{6AD28A53-5CD6-0495-9817-F437DEE6CC6C}" dt="2026-04-24T08:35:56.007" v="7"/>
          <ac:spMkLst>
            <pc:docMk/>
            <pc:sldMk cId="0" sldId="268"/>
            <ac:spMk id="6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68"/>
            <ac:spMk id="14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68"/>
            <ac:spMk id="21" creationId="{00000000-0000-0000-0000-000000000000}"/>
          </ac:spMkLst>
        </pc:spChg>
      </pc:sldChg>
      <pc:sldChg chg="delSp modSp add modNotes">
        <pc:chgData name="D1I2 Jirayu S.Kaw" userId="S::300260129@th.maxxis.com::f59d7631-84c6-4c5a-a848-622dc00af3ab" providerId="AD" clId="Web-{6AD28A53-5CD6-0495-9817-F437DEE6CC6C}" dt="2026-04-24T08:35:56.007" v="7"/>
        <pc:sldMkLst>
          <pc:docMk/>
          <pc:sldMk cId="0" sldId="269"/>
        </pc:sldMkLst>
        <pc:spChg chg="mod">
          <ac:chgData name="D1I2 Jirayu S.Kaw" userId="S::300260129@th.maxxis.com::f59d7631-84c6-4c5a-a848-622dc00af3ab" providerId="AD" clId="Web-{6AD28A53-5CD6-0495-9817-F437DEE6CC6C}" dt="2026-04-24T08:35:56.007" v="7"/>
          <ac:spMkLst>
            <pc:docMk/>
            <pc:sldMk cId="0" sldId="269"/>
            <ac:spMk id="6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69"/>
            <ac:spMk id="7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69"/>
            <ac:spMk id="14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69"/>
            <ac:spMk id="20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69"/>
            <ac:spMk id="23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69"/>
            <ac:spMk id="27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69"/>
            <ac:spMk id="28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69"/>
            <ac:spMk id="31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69"/>
            <ac:spMk id="32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69"/>
            <ac:spMk id="35" creationId="{00000000-0000-0000-0000-000000000000}"/>
          </ac:spMkLst>
        </pc:spChg>
        <pc:spChg chg="del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69"/>
            <ac:spMk id="40" creationId="{00000000-0000-0000-0000-000000000000}"/>
          </ac:spMkLst>
        </pc:spChg>
      </pc:sldChg>
      <pc:sldChg chg="delSp modSp add modNotes">
        <pc:chgData name="D1I2 Jirayu S.Kaw" userId="S::300260129@th.maxxis.com::f59d7631-84c6-4c5a-a848-622dc00af3ab" providerId="AD" clId="Web-{6AD28A53-5CD6-0495-9817-F437DEE6CC6C}" dt="2026-04-24T08:35:56.007" v="7"/>
        <pc:sldMkLst>
          <pc:docMk/>
          <pc:sldMk cId="0" sldId="270"/>
        </pc:sldMkLst>
        <pc:spChg chg="mod">
          <ac:chgData name="D1I2 Jirayu S.Kaw" userId="S::300260129@th.maxxis.com::f59d7631-84c6-4c5a-a848-622dc00af3ab" providerId="AD" clId="Web-{6AD28A53-5CD6-0495-9817-F437DEE6CC6C}" dt="2026-04-24T08:35:56.007" v="7"/>
          <ac:spMkLst>
            <pc:docMk/>
            <pc:sldMk cId="0" sldId="270"/>
            <ac:spMk id="6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70"/>
            <ac:spMk id="12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70"/>
            <ac:spMk id="13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70"/>
            <ac:spMk id="15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70"/>
            <ac:spMk id="16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70"/>
            <ac:spMk id="17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70"/>
            <ac:spMk id="19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70"/>
            <ac:spMk id="20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70"/>
            <ac:spMk id="24" creationId="{00000000-0000-0000-0000-000000000000}"/>
          </ac:spMkLst>
        </pc:spChg>
        <pc:spChg chg="del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70"/>
            <ac:spMk id="29" creationId="{00000000-0000-0000-0000-000000000000}"/>
          </ac:spMkLst>
        </pc:spChg>
        <pc:spChg chg="del">
          <ac:chgData name="D1I2 Jirayu S.Kaw" userId="S::300260129@th.maxxis.com::f59d7631-84c6-4c5a-a848-622dc00af3ab" providerId="AD" clId="Web-{6AD28A53-5CD6-0495-9817-F437DEE6CC6C}" dt="2026-04-24T08:30:22.498" v="2"/>
          <ac:spMkLst>
            <pc:docMk/>
            <pc:sldMk cId="0" sldId="270"/>
            <ac:spMk id="30" creationId="{00000000-0000-0000-0000-000000000000}"/>
          </ac:spMkLst>
        </pc:spChg>
      </pc:sldChg>
      <pc:sldChg chg="delSp modSp add modNotes">
        <pc:chgData name="D1I2 Jirayu S.Kaw" userId="S::300260129@th.maxxis.com::f59d7631-84c6-4c5a-a848-622dc00af3ab" providerId="AD" clId="Web-{6AD28A53-5CD6-0495-9817-F437DEE6CC6C}" dt="2026-04-24T08:35:56.007" v="7"/>
        <pc:sldMkLst>
          <pc:docMk/>
          <pc:sldMk cId="0" sldId="271"/>
        </pc:sldMkLst>
        <pc:spChg chg="mod">
          <ac:chgData name="D1I2 Jirayu S.Kaw" userId="S::300260129@th.maxxis.com::f59d7631-84c6-4c5a-a848-622dc00af3ab" providerId="AD" clId="Web-{6AD28A53-5CD6-0495-9817-F437DEE6CC6C}" dt="2026-04-24T08:35:56.007" v="7"/>
          <ac:spMkLst>
            <pc:docMk/>
            <pc:sldMk cId="0" sldId="271"/>
            <ac:spMk id="5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5:56.007" v="7"/>
          <ac:spMkLst>
            <pc:docMk/>
            <pc:sldMk cId="0" sldId="271"/>
            <ac:spMk id="12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5:56.007" v="7"/>
          <ac:spMkLst>
            <pc:docMk/>
            <pc:sldMk cId="0" sldId="271"/>
            <ac:spMk id="23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5:56.007" v="7"/>
          <ac:spMkLst>
            <pc:docMk/>
            <pc:sldMk cId="0" sldId="271"/>
            <ac:spMk id="32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5:56.007" v="7"/>
          <ac:spMkLst>
            <pc:docMk/>
            <pc:sldMk cId="0" sldId="271"/>
            <ac:spMk id="33" creationId="{00000000-0000-0000-0000-000000000000}"/>
          </ac:spMkLst>
        </pc:spChg>
        <pc:spChg chg="del">
          <ac:chgData name="D1I2 Jirayu S.Kaw" userId="S::300260129@th.maxxis.com::f59d7631-84c6-4c5a-a848-622dc00af3ab" providerId="AD" clId="Web-{6AD28A53-5CD6-0495-9817-F437DEE6CC6C}" dt="2026-04-24T08:35:56.007" v="7"/>
          <ac:spMkLst>
            <pc:docMk/>
            <pc:sldMk cId="0" sldId="271"/>
            <ac:spMk id="35" creationId="{00000000-0000-0000-0000-000000000000}"/>
          </ac:spMkLst>
        </pc:spChg>
        <pc:spChg chg="del">
          <ac:chgData name="D1I2 Jirayu S.Kaw" userId="S::300260129@th.maxxis.com::f59d7631-84c6-4c5a-a848-622dc00af3ab" providerId="AD" clId="Web-{6AD28A53-5CD6-0495-9817-F437DEE6CC6C}" dt="2026-04-24T08:35:56.007" v="7"/>
          <ac:spMkLst>
            <pc:docMk/>
            <pc:sldMk cId="0" sldId="271"/>
            <ac:spMk id="36" creationId="{00000000-0000-0000-0000-000000000000}"/>
          </ac:spMkLst>
        </pc:spChg>
        <pc:spChg chg="del">
          <ac:chgData name="D1I2 Jirayu S.Kaw" userId="S::300260129@th.maxxis.com::f59d7631-84c6-4c5a-a848-622dc00af3ab" providerId="AD" clId="Web-{6AD28A53-5CD6-0495-9817-F437DEE6CC6C}" dt="2026-04-24T08:35:56.007" v="7"/>
          <ac:spMkLst>
            <pc:docMk/>
            <pc:sldMk cId="0" sldId="271"/>
            <ac:spMk id="37" creationId="{00000000-0000-0000-0000-000000000000}"/>
          </ac:spMkLst>
        </pc:spChg>
        <pc:spChg chg="del">
          <ac:chgData name="D1I2 Jirayu S.Kaw" userId="S::300260129@th.maxxis.com::f59d7631-84c6-4c5a-a848-622dc00af3ab" providerId="AD" clId="Web-{6AD28A53-5CD6-0495-9817-F437DEE6CC6C}" dt="2026-04-24T08:35:56.007" v="7"/>
          <ac:spMkLst>
            <pc:docMk/>
            <pc:sldMk cId="0" sldId="271"/>
            <ac:spMk id="38" creationId="{00000000-0000-0000-0000-000000000000}"/>
          </ac:spMkLst>
        </pc:spChg>
        <pc:spChg chg="del">
          <ac:chgData name="D1I2 Jirayu S.Kaw" userId="S::300260129@th.maxxis.com::f59d7631-84c6-4c5a-a848-622dc00af3ab" providerId="AD" clId="Web-{6AD28A53-5CD6-0495-9817-F437DEE6CC6C}" dt="2026-04-24T08:35:56.007" v="7"/>
          <ac:spMkLst>
            <pc:docMk/>
            <pc:sldMk cId="0" sldId="271"/>
            <ac:spMk id="40" creationId="{00000000-0000-0000-0000-000000000000}"/>
          </ac:spMkLst>
        </pc:spChg>
      </pc:sldChg>
      <pc:sldChg chg="del replId">
        <pc:chgData name="D1I2 Jirayu S.Kaw" userId="S::300260129@th.maxxis.com::f59d7631-84c6-4c5a-a848-622dc00af3ab" providerId="AD" clId="Web-{6AD28A53-5CD6-0495-9817-F437DEE6CC6C}" dt="2026-04-24T08:14:48.852" v="1"/>
        <pc:sldMkLst>
          <pc:docMk/>
          <pc:sldMk cId="109857222" sldId="271"/>
        </pc:sldMkLst>
      </pc:sldChg>
      <pc:sldChg chg="addSp modSp add modNotes">
        <pc:chgData name="D1I2 Jirayu S.Kaw" userId="S::300260129@th.maxxis.com::f59d7631-84c6-4c5a-a848-622dc00af3ab" providerId="AD" clId="Web-{6AD28A53-5CD6-0495-9817-F437DEE6CC6C}" dt="2026-04-24T08:35:56.007" v="7"/>
        <pc:sldMkLst>
          <pc:docMk/>
          <pc:sldMk cId="0" sldId="272"/>
        </pc:sldMkLst>
        <pc:spChg chg="mod">
          <ac:chgData name="D1I2 Jirayu S.Kaw" userId="S::300260129@th.maxxis.com::f59d7631-84c6-4c5a-a848-622dc00af3ab" providerId="AD" clId="Web-{6AD28A53-5CD6-0495-9817-F437DEE6CC6C}" dt="2026-04-24T08:35:56.007" v="7"/>
          <ac:spMkLst>
            <pc:docMk/>
            <pc:sldMk cId="0" sldId="272"/>
            <ac:spMk id="10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5:56.007" v="7"/>
          <ac:spMkLst>
            <pc:docMk/>
            <pc:sldMk cId="0" sldId="272"/>
            <ac:spMk id="13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5:56.007" v="7"/>
          <ac:spMkLst>
            <pc:docMk/>
            <pc:sldMk cId="0" sldId="272"/>
            <ac:spMk id="14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5:56.007" v="7"/>
          <ac:spMkLst>
            <pc:docMk/>
            <pc:sldMk cId="0" sldId="272"/>
            <ac:spMk id="16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5:56.007" v="7"/>
          <ac:spMkLst>
            <pc:docMk/>
            <pc:sldMk cId="0" sldId="272"/>
            <ac:spMk id="17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5:56.007" v="7"/>
          <ac:spMkLst>
            <pc:docMk/>
            <pc:sldMk cId="0" sldId="272"/>
            <ac:spMk id="18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5:56.007" v="7"/>
          <ac:spMkLst>
            <pc:docMk/>
            <pc:sldMk cId="0" sldId="272"/>
            <ac:spMk id="20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5:56.007" v="7"/>
          <ac:spMkLst>
            <pc:docMk/>
            <pc:sldMk cId="0" sldId="272"/>
            <ac:spMk id="26" creationId="{00000000-0000-0000-0000-000000000000}"/>
          </ac:spMkLst>
        </pc:spChg>
        <pc:spChg chg="mod">
          <ac:chgData name="D1I2 Jirayu S.Kaw" userId="S::300260129@th.maxxis.com::f59d7631-84c6-4c5a-a848-622dc00af3ab" providerId="AD" clId="Web-{6AD28A53-5CD6-0495-9817-F437DEE6CC6C}" dt="2026-04-24T08:35:56.007" v="7"/>
          <ac:spMkLst>
            <pc:docMk/>
            <pc:sldMk cId="0" sldId="272"/>
            <ac:spMk id="32" creationId="{00000000-0000-0000-0000-000000000000}"/>
          </ac:spMkLst>
        </pc:spChg>
        <pc:spChg chg="add">
          <ac:chgData name="D1I2 Jirayu S.Kaw" userId="S::300260129@th.maxxis.com::f59d7631-84c6-4c5a-a848-622dc00af3ab" providerId="AD" clId="Web-{6AD28A53-5CD6-0495-9817-F437DEE6CC6C}" dt="2026-04-24T08:35:56.007" v="7"/>
          <ac:spMkLst>
            <pc:docMk/>
            <pc:sldMk cId="0" sldId="272"/>
            <ac:spMk id="33" creationId="{00000000-0000-0000-0000-000000000000}"/>
          </ac:spMkLst>
        </pc:spChg>
      </pc:sldChg>
      <pc:sldChg chg="add">
        <pc:chgData name="D1I2 Jirayu S.Kaw" userId="S::300260129@th.maxxis.com::f59d7631-84c6-4c5a-a848-622dc00af3ab" providerId="AD" clId="Web-{6AD28A53-5CD6-0495-9817-F437DEE6CC6C}" dt="2026-04-24T08:35:56.007" v="7"/>
        <pc:sldMkLst>
          <pc:docMk/>
          <pc:sldMk cId="0" sldId="273"/>
        </pc:sldMkLst>
      </pc:sldChg>
      <pc:sldChg chg="add">
        <pc:chgData name="D1I2 Jirayu S.Kaw" userId="S::300260129@th.maxxis.com::f59d7631-84c6-4c5a-a848-622dc00af3ab" providerId="AD" clId="Web-{6AD28A53-5CD6-0495-9817-F437DEE6CC6C}" dt="2026-04-24T08:35:56.007" v="7"/>
        <pc:sldMkLst>
          <pc:docMk/>
          <pc:sldMk cId="0" sldId="274"/>
        </pc:sldMkLst>
      </pc:sldChg>
      <pc:sldChg chg="add">
        <pc:chgData name="D1I2 Jirayu S.Kaw" userId="S::300260129@th.maxxis.com::f59d7631-84c6-4c5a-a848-622dc00af3ab" providerId="AD" clId="Web-{6AD28A53-5CD6-0495-9817-F437DEE6CC6C}" dt="2026-04-24T08:35:56.007" v="7"/>
        <pc:sldMkLst>
          <pc:docMk/>
          <pc:sldMk cId="0" sldId="275"/>
        </pc:sldMkLst>
      </pc:sldChg>
      <pc:sldMasterChg chg="add addSldLayout">
        <pc:chgData name="D1I2 Jirayu S.Kaw" userId="S::300260129@th.maxxis.com::f59d7631-84c6-4c5a-a848-622dc00af3ab" providerId="AD" clId="Web-{6AD28A53-5CD6-0495-9817-F437DEE6CC6C}" dt="2026-04-24T08:14:48.852" v="1"/>
        <pc:sldMasterMkLst>
          <pc:docMk/>
          <pc:sldMasterMk cId="0" sldId="2147483648"/>
        </pc:sldMasterMkLst>
        <pc:sldLayoutChg chg="add">
          <pc:chgData name="D1I2 Jirayu S.Kaw" userId="S::300260129@th.maxxis.com::f59d7631-84c6-4c5a-a848-622dc00af3ab" providerId="AD" clId="Web-{6AD28A53-5CD6-0495-9817-F437DEE6CC6C}" dt="2026-04-24T08:14:48.852" v="1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del delSldLayout">
        <pc:chgData name="D1I2 Jirayu S.Kaw" userId="S::300260129@th.maxxis.com::f59d7631-84c6-4c5a-a848-622dc00af3ab" providerId="AD" clId="Web-{6AD28A53-5CD6-0495-9817-F437DEE6CC6C}" dt="2026-04-24T08:14:48.852" v="1"/>
        <pc:sldMasterMkLst>
          <pc:docMk/>
          <pc:sldMasterMk cId="2460954070" sldId="2147483660"/>
        </pc:sldMasterMkLst>
        <pc:sldLayoutChg chg="del">
          <pc:chgData name="D1I2 Jirayu S.Kaw" userId="S::300260129@th.maxxis.com::f59d7631-84c6-4c5a-a848-622dc00af3ab" providerId="AD" clId="Web-{6AD28A53-5CD6-0495-9817-F437DEE6CC6C}" dt="2026-04-24T08:14:48.852" v="1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D1I2 Jirayu S.Kaw" userId="S::300260129@th.maxxis.com::f59d7631-84c6-4c5a-a848-622dc00af3ab" providerId="AD" clId="Web-{6AD28A53-5CD6-0495-9817-F437DEE6CC6C}" dt="2026-04-24T08:14:48.852" v="1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D1I2 Jirayu S.Kaw" userId="S::300260129@th.maxxis.com::f59d7631-84c6-4c5a-a848-622dc00af3ab" providerId="AD" clId="Web-{6AD28A53-5CD6-0495-9817-F437DEE6CC6C}" dt="2026-04-24T08:14:48.852" v="1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D1I2 Jirayu S.Kaw" userId="S::300260129@th.maxxis.com::f59d7631-84c6-4c5a-a848-622dc00af3ab" providerId="AD" clId="Web-{6AD28A53-5CD6-0495-9817-F437DEE6CC6C}" dt="2026-04-24T08:14:48.852" v="1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D1I2 Jirayu S.Kaw" userId="S::300260129@th.maxxis.com::f59d7631-84c6-4c5a-a848-622dc00af3ab" providerId="AD" clId="Web-{6AD28A53-5CD6-0495-9817-F437DEE6CC6C}" dt="2026-04-24T08:14:48.852" v="1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D1I2 Jirayu S.Kaw" userId="S::300260129@th.maxxis.com::f59d7631-84c6-4c5a-a848-622dc00af3ab" providerId="AD" clId="Web-{6AD28A53-5CD6-0495-9817-F437DEE6CC6C}" dt="2026-04-24T08:14:48.852" v="1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D1I2 Jirayu S.Kaw" userId="S::300260129@th.maxxis.com::f59d7631-84c6-4c5a-a848-622dc00af3ab" providerId="AD" clId="Web-{6AD28A53-5CD6-0495-9817-F437DEE6CC6C}" dt="2026-04-24T08:14:48.852" v="1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D1I2 Jirayu S.Kaw" userId="S::300260129@th.maxxis.com::f59d7631-84c6-4c5a-a848-622dc00af3ab" providerId="AD" clId="Web-{6AD28A53-5CD6-0495-9817-F437DEE6CC6C}" dt="2026-04-24T08:14:48.852" v="1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D1I2 Jirayu S.Kaw" userId="S::300260129@th.maxxis.com::f59d7631-84c6-4c5a-a848-622dc00af3ab" providerId="AD" clId="Web-{6AD28A53-5CD6-0495-9817-F437DEE6CC6C}" dt="2026-04-24T08:14:48.852" v="1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D1I2 Jirayu S.Kaw" userId="S::300260129@th.maxxis.com::f59d7631-84c6-4c5a-a848-622dc00af3ab" providerId="AD" clId="Web-{6AD28A53-5CD6-0495-9817-F437DEE6CC6C}" dt="2026-04-24T08:14:48.852" v="1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D1I2 Jirayu S.Kaw" userId="S::300260129@th.maxxis.com::f59d7631-84c6-4c5a-a848-622dc00af3ab" providerId="AD" clId="Web-{6AD28A53-5CD6-0495-9817-F437DEE6CC6C}" dt="2026-04-24T08:14:48.852" v="1"/>
          <pc:sldLayoutMkLst>
            <pc:docMk/>
            <pc:sldMasterMk cId="2460954070" sldId="2147483660"/>
            <pc:sldLayoutMk cId="3479445657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B2AF61-20D8-4F25-ADD9-9F233E3030E3}" type="datetimeFigureOut"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39BD9-9DF4-4D52-83E2-8C8EAF83DC7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616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สไลด์เปิดการบรรยาย แนะนำหัวข้อและขอบเขต
• ทักทายและแนะนำตัวผู้บรรยาย 30 วินาที
• อธิบายว่าเวิร์กช็อปนี้พาเดินทางตั้งแต่ออกแบบฐานข้อมูลจนเขียน CRUD จริงด้วย Prisma ORM
• ระบบ E-commerce เป็น use case ที่ครอบคลุม relation, transaction และ business logic
• พื้นฐานที่ควรมี: JavaScript (async/await) และ SQL พื้นฐาน
• workshop ใช้ SQL Server เป็นตัวอย่าง แต่แนวคิดเดียวกันใช้กับ PostgreSQL/MySQL ได้ทันที
ไอเดียภาพประกอบ: icon database + shopping cart + gear backend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อธิบายว่า Prisma คืออะไรและทำไมถึงนิยมในชุมชน backend ยุคใหม่
• Prisma ใช้ schema เดียวเป็น source of truth และ generate client อัตโนมัติ
• ถึงจะใช้ JavaScript (ไม่มี type) Prisma Client ก็ยังมี autocomplete ผ่าน JSDoc ที่ถูก generate
• เขียน DSL เรียนรู้ได้ภายใน 10 นาที
• Prisma Client: require('@prisma/client') แล้วเรียก prisma.product.findMany()
• Prisma Migrate: ซิงก์โครงสร้าง database ข้ามเครื่อง/environment ได้ปลอดภัย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ภาพรวม domain ก่อนลงรายละเอียด
• เดิน flow: ลูกค้าเปิดเว็บ → browse → add to cart → checkout → payment
• 1 user มีได้หลาย order, 1 order มีได้หลาย orderItem, 1 payment ต่อ 1 order
• Cart = working state, Order = immutable transaction
• แต่ละโมดูลจะกลายเป็น model ใน Prisma Schema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 diagram แบบง่ายแสดงว่าตารางไหนเชื่อมกันอย่างไร
• Design relation ให้ครบก่อนลงมือเขียน schema เพื่อลด migration รอบ
• OrderItem เป็น join table เก็บ snapshot price/qty
• Order 1:1 Payment — 1 ออเดอร์ต่อ 1 payment record
• ยกเคส N:M เช่น Product N:M Tag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สาธิตขั้นตอนติดตั้งจริง
• --datasource-provider: sqlserver, postgresql, mysql, sqlite, mongodb
• .env ต้องไม่ commit เข้า git
• SQL Server: trustServerCertificate=true สำหรับ local dev
• npx prisma format จัดระเบียบ schema อัตโนมัติ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เจาะรายละเอียด schema
• Decimal @db.Decimal(10,2) ควรใช้กับเงินเสมอ อย่าใช้ Float
• autoincrement() เหมาะกับ SQL Server/PostgreSQL
• @unique ใช้กับ email เพื่อกัน register ซ้ำ
• status เก็บเป็น String แต่จะแปลงเป็น enum ในสไลด์ 15
• หลังแก้ schema อย่าลืม npx prisma generate และ migrate dev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Migration workflow เป็นหัวใจของทีม
• migrate dev: สร้าง SQL + apply + regenerate client
• migrate deploy ใช้ใน CI/CD — ไม่ prompt
• Breaking change Prisma จะถามก่อน reset
• migration file ควรผ่าน code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Seed data เป็นเรื่องที่หลายทีมลืม
• ต้องเพิ่ม script ใน package.json: "prisma": { "seed": "node prisma/seed.js" }
• ใช้ @faker-js/faker สร้างข้อมูลจำลองหลายร้อยแถว
• ข้อมูล master ใช้ upsert แทน create เพื่อรันซ้ำได้
• อย่า seed ข้อมูลลับจริง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คือสิ่งที่ใช้บ่อยที่สุดใน e-commerce
• create() return object มี id ใช้ต่อได้ทันที
• nested create เหมาะกับ order+orderItem
• createMany() เร็วมากสำหรับ seed แต่ไม่ return id
• include: items ลดการ query ซ้ำ
• snapshot price ใน OrderItem กัน product ราคาเปลี่ยน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API ยืดหยุ่นมาก
• findMany() คืน []; findUnique() คืน null ถ้าไม่เจอ
• where รองรับ gt, lt, gte, lte, in, notIn, contains, startsWith
• select กับ include ห้ามใช้พร้อมกัน
• ข้อมูลใหญ่ใช้ cursor-based pagination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 จุดที่มือใหม่พลาดบ่อย
• update() รับ where ได้เฉพาะ @id หรือ @unique
• Atomic operations สำคัญมากสำหรับ stock กัน race condition
• upsert เหมาะกับ integration/webhook
• ระวัง updateMany โดยลืม where จะอัปเดตทุกแถว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Delete อันตรายกว่า CRUD ตัวอื่น
• Hard delete เหมาะกับข้อมูลชั่วคราว
• Soft delete เหมาะกับ e-commerce เก็บ order เก่าตามกฎหมาย
• ใช้ Prisma middleware กรอง deletedAt อัตโนมัติ
• onDelete: Cascade / SetNull / Restrict ใน @relation
• ระวัง deleteMany โดยไม่มี where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Transaction เป็น killer feature สำหรับ e-commerce
• ถ้าลด stock แล้ว payment ล้มเหลว — ของจะหายฟรี
• Interactive เหมาะกับ logic ซับซ้อน
• Sequential เหมาะกับ query อิสระ
• ตั้ง timeout: 10000 กัน lock ค้าง
• throw error → rollback อัตโนมัติ
• อย่าเรียก external API ใน transaction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 handling แยก code มือใหม่กับ production-ready
• Prisma มี error class หลัก: KnownRequestError, ValidationError, UnknownRequestError, InitializationError
• Known error มี code (P2002, P2025, ...) ตรวจสอบตรงๆ ได้
• P2002 เจอบ่อยที่สุด — email/username ซ้ำ
• P2025 ใช้เวลา update/delete record ที่ไม่มี → แปลงเป็น 404
• P2003 เกี่ยวกับ foreign key — ลบ category ที่ยังมี product อ้างอยู่
• P1001 ปัญหาเชื่อมต่อ db ควรมี retry + monitoring
• Validation error เกิดเมื่อ data type ผิด เช่น ส่ง string ให้ field Int
• แนะนำ try/catch หุ้ม service layer + errorHandler middleware แปลง error → HTTP response
• ใช้ custom error class (AppError) แยก business error ออกจาก Prisma error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สองเทคนิคช่วยยกระดับ schema ให้ใกล้ production
Enum:
• เปลี่ยน status: String → enum ทำให้ IDE เตือน typo เช่น 'PAIED'
• Prisma เก็บ enum ใน DB: SQL Server ใช้ CHECK constraint; PostgreSQL ใช้ enum type
• เพิ่ม/ลบค่าต้องผ่าน migration → ทีมเห็นการเปลี่ยนแปลง
• ใน JavaScript ใช้ค่าเป็น string ตัวใหญ่ 'PENDING' ได้เลย
Index:
• @@index([field]) = non-unique; @@unique([...]) = unique composite
• ทุก foreign key ควรมี index — ไม่งั้น JOIN ช้า
• Composite index ช่วย query ที่ filter หลาย field พร้อมกัน
• ลำดับ field ใน composite สำคัญ — filter ละเอียดกว่ามาก่อน
• อย่าสร้าง index เกิน: index เยอะ = write ช้า + เปลืองพื้นที่
• ใช้ Query Analyzer ของ SQL Server เช็คว่า index ถูกใช้จริง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Middleware ($use) = interceptor ที่รันก่อนทุก query ของ Prisma Client
• ใช้ทำ soft-delete อัตโนมัติโดยไม่ต้องเขียน deletedAt: null ใน where ทุกครั้ง
• params.model บอกว่าเป็น model ไหน, params.action บอก action (findMany, create, update, delete, ...)
• next(params) คือส่ง query ต่อไปยัง Prisma Engine — เหมือน Express middleware
• ต้อง register $use ก่อนทำ query ใดๆ มิฉะนั้นจะไม่ทำงาน
• ใช้งานอื่นได้อีก: logging (วัดเวลา query), audit trail, row-level security, multi-tenant scoping
• ตัวอย่าง logging: const start = Date.now(); const r = await next(params); console.log(`${params.model}.${params.action} ${Date.now()-start}ms`);
• ข้อควรระวัง: middleware ทำงานทุก query → อย่าใส่ logic หนัก และต้องจัดการ action ครบทุกตัว (findUnique, update, upsert)
• Prisma v5+ แนะนำให้ย้ายไป Client Extensions ($extends) ซึ่งเป็น API ใหม่ที่ flexible กว่า แต่ $use ยังใช้งานได้
ไอเดียภาพประกอบ: pipeline 3 ชั้น your code → middleware → engine พร้อมไอคอนตัวกรอง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N+1 เป็นปัญหาที่ทุก ORM เจอ — รู้ทันจะช่วยประหยัด query ได้มหาศาล
• 1 query ดึง parent + N query ดึง child ของแต่ละ parent = N+1 query
• ถ้า orders 100 แถว → 101 queries ไป database = latency สูงและเปลือง connection pool
• แก้ด้วย include/select ให้ Prisma ทำ JOIN ให้ในคำสั่งเดียว
• ตรวจหา N+1 โดยเปิด log query: new PrismaClient({ log: ['query'] }) แล้วดู console
• ใช้ select ในสิ่งที่จำเป็นเท่านั้น — หลีกเลี่ยงการดึง blob, text ยาวๆ
• ถ้า query หลายอันที่ไม่เกี่ยวกัน ให้ใช้ Promise.all() ยิง parallel หรือ $transaction([...]) batch
• Pagination: ข้อมูลน้อยใช้ take/skip; ข้อมูลเกินหมื่นแถวใช้ cursor-based (cursor + take)
• Add index บน field ที่ใช้ where/orderBy บ่อย (ดูสไลด์ 15)
• ใช้ EXPLAIN / Query Store ของ SQL Server เช็ค execution plan จริง
• ถ้ายังไม่พอ: ลองแคช (Redis) หรือ denormalize บางข้อมูล
ไอเดียภาพประกอบ: เทียบกราฟแท่ง 101 queries vs 1 query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Raw SQL คือทางออกสุดท้ายเมื่อ Prisma API ไม่พอ — แต่ต้องใช้อย่างระวัง
• $queryRaw: ใช้กับ SELECT — return เป็น array ของ object
• $executeRaw: ใช้กับ INSERT/UPDATE/DELETE — return จำนวนแถวที่ได้รับผลกระทบ
• ใช้ tagged template literal (backtick + ${}) ไม่ใช่ string concat — Prisma จะ parameterize ให้อัตโนมัติ กัน SQL injection
• $queryRawUnsafe / $executeRawUnsafe รับ string — ห้ามต่อ input ผู้ใช้เข้าไปโดยตรง
• Prisma.sql ช่วย compose query แบบ dynamic เช่น เงื่อนไข where ที่เปลี่ยนตาม filter ของผู้ใช้
• BigInt จาก SQL Server อาจ return เป็น bigint ต้องแปลงเป็น Number หรือใช้ JSON.stringify replacer
• ใช้งานจริงใน e-commerce: รายงานยอดขายรายเดือนด้วย CTE, top-N สินค้าขายดี, dashboard analytics
• ข้อเสียคือไม่ type-safe เท่า Prisma Client — ไม่มี autocomplete และ return type เป็น any
• ทาง workaround: define type ของ return เองด้วย JSDoc หรือ wrap function แยก
• ถ้าซับซ้อนมาก ควรเก็บเป็น view หรือ stored procedure ใน database แล้วเรียกผ่าน $queryRaw
ไอเดียภาพประกอบ: ไอคอนกุญแจเปิดประตูลับของ database — สื่อถึง escape hatch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 practices สรุปจาก production
• Service layer: controller แค่รับ-ส่ง, service ทำ logic
• Validate input ด้วย Joi/Zod กัน bad data
• select น้อยที่สุดเท่าที่ UI ต้องการ
• Migration discipline: ห้ามแก้ file ที่ deploy แล้ว
• Transaction ใช้กับ checkout, transfer, batch update
• connection pool: DATABASE_URL?connection_limit=20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สไลด์ปิดท้าย สรุปและให้ roadmap
• ทบทวน 5 ประเด็นหลัก
• Next step เรียงตามลำดับที่ควรทำ: auth → pagination → API → test
• Resource: prisma.io/docs, YouTube channel
• เปิด Q&amp;A 5-10 นาที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457200"/>
            <a:ext cx="54864" cy="54864"/>
          </a:xfrm>
          <a:prstGeom prst="ellipse">
            <a:avLst/>
          </a:prstGeom>
          <a:solidFill>
            <a:srgbClr val="2DD4B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804672"/>
            <a:ext cx="54864" cy="54864"/>
          </a:xfrm>
          <a:prstGeom prst="ellipse">
            <a:avLst/>
          </a:prstGeom>
          <a:solidFill>
            <a:srgbClr val="2DD4BF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1152144"/>
            <a:ext cx="54864" cy="54864"/>
          </a:xfrm>
          <a:prstGeom prst="ellipse">
            <a:avLst/>
          </a:prstGeom>
          <a:solidFill>
            <a:srgbClr val="2DD4BF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943600" y="1499616"/>
            <a:ext cx="54864" cy="54864"/>
          </a:xfrm>
          <a:prstGeom prst="ellipse">
            <a:avLst/>
          </a:prstGeom>
          <a:solidFill>
            <a:srgbClr val="2DD4BF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43600" y="1847088"/>
            <a:ext cx="54864" cy="54864"/>
          </a:xfrm>
          <a:prstGeom prst="ellipse">
            <a:avLst/>
          </a:prstGeom>
          <a:solidFill>
            <a:srgbClr val="818CF8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291072" y="457200"/>
            <a:ext cx="54864" cy="54864"/>
          </a:xfrm>
          <a:prstGeom prst="ellipse">
            <a:avLst/>
          </a:prstGeom>
          <a:solidFill>
            <a:srgbClr val="2DD4BF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291072" y="804672"/>
            <a:ext cx="54864" cy="54864"/>
          </a:xfrm>
          <a:prstGeom prst="ellipse">
            <a:avLst/>
          </a:prstGeom>
          <a:solidFill>
            <a:srgbClr val="2DD4BF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291072" y="1152144"/>
            <a:ext cx="54864" cy="54864"/>
          </a:xfrm>
          <a:prstGeom prst="ellipse">
            <a:avLst/>
          </a:prstGeom>
          <a:solidFill>
            <a:srgbClr val="2DD4BF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291072" y="1499616"/>
            <a:ext cx="54864" cy="54864"/>
          </a:xfrm>
          <a:prstGeom prst="ellipse">
            <a:avLst/>
          </a:prstGeom>
          <a:solidFill>
            <a:srgbClr val="818CF8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91072" y="1847088"/>
            <a:ext cx="54864" cy="54864"/>
          </a:xfrm>
          <a:prstGeom prst="ellipse">
            <a:avLst/>
          </a:prstGeom>
          <a:solidFill>
            <a:srgbClr val="818CF8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638544" y="457200"/>
            <a:ext cx="54864" cy="54864"/>
          </a:xfrm>
          <a:prstGeom prst="ellipse">
            <a:avLst/>
          </a:prstGeom>
          <a:solidFill>
            <a:srgbClr val="2DD4BF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638544" y="804672"/>
            <a:ext cx="54864" cy="54864"/>
          </a:xfrm>
          <a:prstGeom prst="ellipse">
            <a:avLst/>
          </a:prstGeom>
          <a:solidFill>
            <a:srgbClr val="2DD4BF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638544" y="1152144"/>
            <a:ext cx="54864" cy="54864"/>
          </a:xfrm>
          <a:prstGeom prst="ellipse">
            <a:avLst/>
          </a:prstGeom>
          <a:solidFill>
            <a:srgbClr val="818CF8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638544" y="1499616"/>
            <a:ext cx="54864" cy="54864"/>
          </a:xfrm>
          <a:prstGeom prst="ellipse">
            <a:avLst/>
          </a:prstGeom>
          <a:solidFill>
            <a:srgbClr val="818CF8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638544" y="1847088"/>
            <a:ext cx="54864" cy="54864"/>
          </a:xfrm>
          <a:prstGeom prst="ellipse">
            <a:avLst/>
          </a:prstGeom>
          <a:solidFill>
            <a:srgbClr val="818CF8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986016" y="457200"/>
            <a:ext cx="54864" cy="54864"/>
          </a:xfrm>
          <a:prstGeom prst="ellipse">
            <a:avLst/>
          </a:prstGeom>
          <a:solidFill>
            <a:srgbClr val="2DD4BF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986016" y="804672"/>
            <a:ext cx="54864" cy="54864"/>
          </a:xfrm>
          <a:prstGeom prst="ellipse">
            <a:avLst/>
          </a:prstGeom>
          <a:solidFill>
            <a:srgbClr val="818CF8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986016" y="1152144"/>
            <a:ext cx="54864" cy="54864"/>
          </a:xfrm>
          <a:prstGeom prst="ellipse">
            <a:avLst/>
          </a:prstGeom>
          <a:solidFill>
            <a:srgbClr val="818CF8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986016" y="1499616"/>
            <a:ext cx="54864" cy="54864"/>
          </a:xfrm>
          <a:prstGeom prst="ellipse">
            <a:avLst/>
          </a:prstGeom>
          <a:solidFill>
            <a:srgbClr val="818CF8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986016" y="1847088"/>
            <a:ext cx="54864" cy="54864"/>
          </a:xfrm>
          <a:prstGeom prst="ellipse">
            <a:avLst/>
          </a:prstGeom>
          <a:solidFill>
            <a:srgbClr val="818CF8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333488" y="457200"/>
            <a:ext cx="54864" cy="54864"/>
          </a:xfrm>
          <a:prstGeom prst="ellipse">
            <a:avLst/>
          </a:prstGeom>
          <a:solidFill>
            <a:srgbClr val="818CF8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333488" y="804672"/>
            <a:ext cx="54864" cy="54864"/>
          </a:xfrm>
          <a:prstGeom prst="ellipse">
            <a:avLst/>
          </a:prstGeom>
          <a:solidFill>
            <a:srgbClr val="818CF8">
              <a:alpha val="6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333488" y="1152144"/>
            <a:ext cx="54864" cy="54864"/>
          </a:xfrm>
          <a:prstGeom prst="ellipse">
            <a:avLst/>
          </a:prstGeom>
          <a:solidFill>
            <a:srgbClr val="818CF8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333488" y="1499616"/>
            <a:ext cx="54864" cy="54864"/>
          </a:xfrm>
          <a:prstGeom prst="ellipse">
            <a:avLst/>
          </a:prstGeom>
          <a:solidFill>
            <a:srgbClr val="818CF8">
              <a:alpha val="6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333488" y="1847088"/>
            <a:ext cx="54864" cy="54864"/>
          </a:xfrm>
          <a:prstGeom prst="ellipse">
            <a:avLst/>
          </a:prstGeom>
          <a:solidFill>
            <a:srgbClr val="818CF8">
              <a:alpha val="6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680960" y="457200"/>
            <a:ext cx="54864" cy="54864"/>
          </a:xfrm>
          <a:prstGeom prst="ellipse">
            <a:avLst/>
          </a:prstGeom>
          <a:solidFill>
            <a:srgbClr val="818CF8">
              <a:alpha val="6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680960" y="804672"/>
            <a:ext cx="54864" cy="54864"/>
          </a:xfrm>
          <a:prstGeom prst="ellipse">
            <a:avLst/>
          </a:prstGeom>
          <a:solidFill>
            <a:srgbClr val="818CF8">
              <a:alpha val="6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680960" y="1152144"/>
            <a:ext cx="54864" cy="54864"/>
          </a:xfrm>
          <a:prstGeom prst="ellipse">
            <a:avLst/>
          </a:prstGeom>
          <a:solidFill>
            <a:srgbClr val="818CF8">
              <a:alpha val="6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680960" y="1499616"/>
            <a:ext cx="54864" cy="54864"/>
          </a:xfrm>
          <a:prstGeom prst="ellipse">
            <a:avLst/>
          </a:prstGeom>
          <a:solidFill>
            <a:srgbClr val="818CF8">
              <a:alpha val="6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680960" y="1847088"/>
            <a:ext cx="54864" cy="54864"/>
          </a:xfrm>
          <a:prstGeom prst="ellipse">
            <a:avLst/>
          </a:prstGeom>
          <a:solidFill>
            <a:srgbClr val="818CF8">
              <a:alpha val="6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028432" y="457200"/>
            <a:ext cx="54864" cy="54864"/>
          </a:xfrm>
          <a:prstGeom prst="ellipse">
            <a:avLst/>
          </a:prstGeom>
          <a:solidFill>
            <a:srgbClr val="818CF8">
              <a:alpha val="6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028432" y="804672"/>
            <a:ext cx="54864" cy="54864"/>
          </a:xfrm>
          <a:prstGeom prst="ellipse">
            <a:avLst/>
          </a:prstGeom>
          <a:solidFill>
            <a:srgbClr val="818CF8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028432" y="1152144"/>
            <a:ext cx="54864" cy="54864"/>
          </a:xfrm>
          <a:prstGeom prst="ellipse">
            <a:avLst/>
          </a:prstGeom>
          <a:solidFill>
            <a:srgbClr val="818CF8">
              <a:alpha val="6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028432" y="1499616"/>
            <a:ext cx="54864" cy="54864"/>
          </a:xfrm>
          <a:prstGeom prst="ellipse">
            <a:avLst/>
          </a:prstGeom>
          <a:solidFill>
            <a:srgbClr val="818CF8">
              <a:alpha val="6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028432" y="1847088"/>
            <a:ext cx="54864" cy="54864"/>
          </a:xfrm>
          <a:prstGeom prst="ellipse">
            <a:avLst/>
          </a:prstGeom>
          <a:solidFill>
            <a:srgbClr val="818CF8">
              <a:alpha val="6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375904" y="457200"/>
            <a:ext cx="54864" cy="54864"/>
          </a:xfrm>
          <a:prstGeom prst="ellipse">
            <a:avLst/>
          </a:prstGeom>
          <a:solidFill>
            <a:srgbClr val="818CF8">
              <a:alpha val="6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375904" y="804672"/>
            <a:ext cx="54864" cy="54864"/>
          </a:xfrm>
          <a:prstGeom prst="ellipse">
            <a:avLst/>
          </a:prstGeom>
          <a:solidFill>
            <a:srgbClr val="818CF8">
              <a:alpha val="6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375904" y="1152144"/>
            <a:ext cx="54864" cy="54864"/>
          </a:xfrm>
          <a:prstGeom prst="ellipse">
            <a:avLst/>
          </a:prstGeom>
          <a:solidFill>
            <a:srgbClr val="818CF8">
              <a:alpha val="6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375904" y="1499616"/>
            <a:ext cx="54864" cy="54864"/>
          </a:xfrm>
          <a:prstGeom prst="ellipse">
            <a:avLst/>
          </a:prstGeom>
          <a:solidFill>
            <a:srgbClr val="818CF8">
              <a:alpha val="6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375904" y="1847088"/>
            <a:ext cx="54864" cy="54864"/>
          </a:xfrm>
          <a:prstGeom prst="ellipse">
            <a:avLst/>
          </a:prstGeom>
          <a:solidFill>
            <a:srgbClr val="818CF8">
              <a:alpha val="6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2DD4B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× E-COMMERCE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8640" y="123444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Prisma สำหรับจัดการข้อมูล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ในระบบ E-commerce</a:t>
            </a:r>
            <a:endParaRPr lang="en-US" sz="4000" dirty="0"/>
          </a:p>
        </p:txBody>
      </p:sp>
      <p:sp>
        <p:nvSpPr>
          <p:cNvPr id="45" name="Text 43"/>
          <p:cNvSpPr/>
          <p:nvPr/>
        </p:nvSpPr>
        <p:spPr>
          <a:xfrm>
            <a:off x="548640" y="2926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ตั้งแต่ Database Design ถึง CRUD Operations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548640" y="3566160"/>
            <a:ext cx="1115568" cy="29260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356616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Schema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801368" y="3566160"/>
            <a:ext cx="1115568" cy="292608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/>
        </p:spPr>
      </p:sp>
      <p:sp>
        <p:nvSpPr>
          <p:cNvPr id="49" name="Text 47"/>
          <p:cNvSpPr/>
          <p:nvPr/>
        </p:nvSpPr>
        <p:spPr>
          <a:xfrm>
            <a:off x="1801368" y="356616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Client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054096" y="356616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/>
        </p:spPr>
      </p:sp>
      <p:sp>
        <p:nvSpPr>
          <p:cNvPr id="51" name="Text 49"/>
          <p:cNvSpPr/>
          <p:nvPr/>
        </p:nvSpPr>
        <p:spPr>
          <a:xfrm>
            <a:off x="3054096" y="35661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Migrations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059936" y="356616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/>
        </p:spPr>
      </p:sp>
      <p:sp>
        <p:nvSpPr>
          <p:cNvPr id="53" name="Text 51"/>
          <p:cNvSpPr/>
          <p:nvPr/>
        </p:nvSpPr>
        <p:spPr>
          <a:xfrm>
            <a:off x="4059936" y="35661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SQL Server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4864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Workshop สำหรับทีม Backend • Node.js + JavaScript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132320" y="4389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D4B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24 เม.ย.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× E-commerce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0" y="27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D4B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01 · Introduction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274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Prisma คืออะไร?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32004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070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Next-generation ORM สำหรับ Node.js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64592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ORM ยุคใหม่สำหรับ Node.js — ใช้ได้ทั้ง JavaScript และ TypeScript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จัดการฐานข้อมูลด้วย schema เดียว อ่านง่าย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ลด SQL boilerplate — เขียนน้อย ได้มาก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Auto-generate Prisma Client พร้อม autocomplete ใน VSCode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รองรับ SQL Server, PostgreSQL, MySQL, SQLite, MongoDB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212080" y="1645920"/>
            <a:ext cx="3657600" cy="960120"/>
          </a:xfrm>
          <a:prstGeom prst="rect">
            <a:avLst/>
          </a:prstGeom>
          <a:solidFill>
            <a:srgbClr val="111C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1645920"/>
            <a:ext cx="73152" cy="9601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539496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Prisma Schema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2057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ไฟล์เดียวกำหนด model, relation, datasource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212080" y="2697480"/>
            <a:ext cx="3657600" cy="960120"/>
          </a:xfrm>
          <a:prstGeom prst="rect">
            <a:avLst/>
          </a:prstGeom>
          <a:solidFill>
            <a:srgbClr val="111C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0" y="2697480"/>
            <a:ext cx="73152" cy="9601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0" y="2788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Prisma Client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94960" y="31089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Query API เรียกใช้งานใน Node.js ได้ทันที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212080" y="3749040"/>
            <a:ext cx="3657600" cy="960120"/>
          </a:xfrm>
          <a:prstGeom prst="rect">
            <a:avLst/>
          </a:prstGeom>
          <a:solidFill>
            <a:srgbClr val="111C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2080" y="3749040"/>
            <a:ext cx="73152" cy="9601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1" name="Text 19"/>
          <p:cNvSpPr/>
          <p:nvPr/>
        </p:nvSpPr>
        <p:spPr>
          <a:xfrm>
            <a:off x="5394960" y="3840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Prisma Migrate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94960" y="41605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จัดการ versioning ของฐานข้อมูลอัตโนมัติ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ORM • Node.js (JavaScript) • SQL Server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× E-commerce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0" y="27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D4B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02 · Domain Overview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274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ภาพรวมระบบ E-commerce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32004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070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โมดูลหลักและ flow การสั่งซื้อของลูกค้า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82880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111C31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1920240"/>
            <a:ext cx="402336" cy="40233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987552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Users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2697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สมัครสมาชิก / Login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103120" y="182880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111C31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79192" y="1920240"/>
            <a:ext cx="402336" cy="402336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7" name="Text 15"/>
          <p:cNvSpPr/>
          <p:nvPr/>
        </p:nvSpPr>
        <p:spPr>
          <a:xfrm>
            <a:off x="2679192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0312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Products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48840" y="2697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เลือกดูสินค้าและหมวดหมู่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794760" y="182880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111C31"/>
          </a:solidFill>
          <a:ln w="1905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370832" y="1920240"/>
            <a:ext cx="402336" cy="402336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22" name="Text 20"/>
          <p:cNvSpPr/>
          <p:nvPr/>
        </p:nvSpPr>
        <p:spPr>
          <a:xfrm>
            <a:off x="4370832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9476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Cart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40480" y="2697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ใส่สินค้าลงตะกร้า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0" y="182880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111C31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062472" y="1920240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62472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Orders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32120" y="2697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สร้างคำสั่งซื้อ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178040" y="182880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111C31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754112" y="1920240"/>
            <a:ext cx="402336" cy="402336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754112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7804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Payments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223760" y="2697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ชำระเงินและสรุปผล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ลูกค้าเลือกสินค้า → ใส่ตะกร้า → สั่งซื้อ → ชำระเงิน → ระบบอัปเดต stock และสร้างใบเสร็จ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02920" y="4023360"/>
            <a:ext cx="374904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2920" y="4023360"/>
            <a:ext cx="374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User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60704" y="4023360"/>
            <a:ext cx="621792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60704" y="4023360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Product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865376" y="4023360"/>
            <a:ext cx="704088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</p:sp>
      <p:sp>
        <p:nvSpPr>
          <p:cNvPr id="41" name="Text 39"/>
          <p:cNvSpPr/>
          <p:nvPr/>
        </p:nvSpPr>
        <p:spPr>
          <a:xfrm>
            <a:off x="1865376" y="4023360"/>
            <a:ext cx="70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Category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52344" y="402336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</p:sp>
      <p:sp>
        <p:nvSpPr>
          <p:cNvPr id="43" name="Text 41"/>
          <p:cNvSpPr/>
          <p:nvPr/>
        </p:nvSpPr>
        <p:spPr>
          <a:xfrm>
            <a:off x="2752344" y="40233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Cart / CartItem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215384" y="4023360"/>
            <a:ext cx="1444752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</p:sp>
      <p:sp>
        <p:nvSpPr>
          <p:cNvPr id="45" name="Text 43"/>
          <p:cNvSpPr/>
          <p:nvPr/>
        </p:nvSpPr>
        <p:spPr>
          <a:xfrm>
            <a:off x="4215384" y="402336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Order / OrderItem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843016" y="4023360"/>
            <a:ext cx="621792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</p:sp>
      <p:sp>
        <p:nvSpPr>
          <p:cNvPr id="47" name="Text 45"/>
          <p:cNvSpPr/>
          <p:nvPr/>
        </p:nvSpPr>
        <p:spPr>
          <a:xfrm>
            <a:off x="5843016" y="4023360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Payment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65760" y="3657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Modules หลักของระบบ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ORM • Node.js (JavaScript) • SQL Server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× E-commerce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0" y="27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D4B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03 · Database Design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274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การออกแบบฐานข้อมูล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32004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070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Entity หลักและความสัมพันธ์แบบ 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Entity หลัก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1325880" cy="347472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202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783080" y="1920240"/>
            <a:ext cx="1325880" cy="347472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83080" y="19202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331720"/>
            <a:ext cx="1325880" cy="347472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317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783080" y="2331720"/>
            <a:ext cx="1325880" cy="347472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83080" y="23317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743200"/>
            <a:ext cx="1325880" cy="347472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432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CartItem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783080" y="2743200"/>
            <a:ext cx="1325880" cy="347472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83080" y="27432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154680"/>
            <a:ext cx="1325880" cy="347472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1546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OrderItem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783080" y="3154680"/>
            <a:ext cx="1325880" cy="347472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83080" y="31546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03320" y="160020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111C31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03320" y="16002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77840" y="160020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111C31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16002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452360" y="1600200"/>
            <a:ext cx="1325880" cy="457200"/>
          </a:xfrm>
          <a:prstGeom prst="roundRect">
            <a:avLst>
              <a:gd name="adj" fmla="val 10000"/>
            </a:avLst>
          </a:prstGeom>
          <a:solidFill>
            <a:srgbClr val="111C31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52360" y="16002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OrderItem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452360" y="2606040"/>
            <a:ext cx="1325880" cy="457200"/>
          </a:xfrm>
          <a:prstGeom prst="roundRect">
            <a:avLst>
              <a:gd name="adj" fmla="val 10000"/>
            </a:avLst>
          </a:prstGeom>
          <a:solidFill>
            <a:srgbClr val="111C31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52360" y="2606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577840" y="260604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111C31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7840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703320" y="260604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111C31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03320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92040" y="1828800"/>
            <a:ext cx="685800" cy="0"/>
          </a:xfrm>
          <a:prstGeom prst="line">
            <a:avLst/>
          </a:prstGeom>
          <a:noFill/>
          <a:ln w="12700">
            <a:solidFill>
              <a:srgbClr val="2DD4BF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4869180" y="16642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D4B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1:N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66560" y="1828800"/>
            <a:ext cx="685800" cy="0"/>
          </a:xfrm>
          <a:prstGeom prst="line">
            <a:avLst/>
          </a:prstGeom>
          <a:noFill/>
          <a:ln w="12700">
            <a:solidFill>
              <a:srgbClr val="2DD4BF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6743700" y="16642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D4B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1:N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138160" y="2057400"/>
            <a:ext cx="0" cy="548640"/>
          </a:xfrm>
          <a:prstGeom prst="line">
            <a:avLst/>
          </a:prstGeom>
          <a:noFill/>
          <a:ln w="12700">
            <a:solidFill>
              <a:srgbClr val="2DD4BF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7772400" y="21671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D4B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N:1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766560" y="2834640"/>
            <a:ext cx="685800" cy="0"/>
          </a:xfrm>
          <a:prstGeom prst="line">
            <a:avLst/>
          </a:prstGeom>
          <a:noFill/>
          <a:ln w="12700">
            <a:solidFill>
              <a:srgbClr val="2DD4BF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6743700" y="2670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D4B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1:N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72200" y="2057400"/>
            <a:ext cx="0" cy="548640"/>
          </a:xfrm>
          <a:prstGeom prst="line">
            <a:avLst/>
          </a:prstGeom>
          <a:noFill/>
          <a:ln w="12700">
            <a:solidFill>
              <a:srgbClr val="2DD4BF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5806440" y="21671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D4B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1:1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65760" y="4160520"/>
            <a:ext cx="8412480" cy="548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65760" y="41605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D4B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User 1:N Order</a:t>
            </a:r>
            <a:r>
              <a:rPr lang="en-US" sz="115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  •   </a:t>
            </a:r>
            <a:r>
              <a:rPr lang="en-US" sz="1150" b="1" dirty="0">
                <a:solidFill>
                  <a:srgbClr val="818CF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Category 1:N Product</a:t>
            </a:r>
            <a:r>
              <a:rPr lang="en-US" sz="115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  •   </a:t>
            </a:r>
            <a:r>
              <a:rPr lang="en-US" sz="1150" b="1" dirty="0">
                <a:solidFill>
                  <a:srgbClr val="F472B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Order 1:N OrderItem</a:t>
            </a:r>
            <a:r>
              <a:rPr lang="en-US" sz="115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  •   </a:t>
            </a:r>
            <a:r>
              <a:rPr lang="en-US" sz="1150" b="1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Product 1:N OrderItem</a:t>
            </a:r>
            <a:r>
              <a:rPr lang="en-US" sz="115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  •   </a:t>
            </a:r>
            <a:r>
              <a:rPr lang="en-US" sz="1150" b="1" dirty="0">
                <a:solidFill>
                  <a:srgbClr val="22C55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Order 1:1 Payment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ORM • Node.js (JavaScript) • SQL Server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× E-commerce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0" y="27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D4B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04 · Setup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274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5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การติดตั้ง Prisma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32004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070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เริ่มต้นโปรเจกต์ Node.js + Prisma ภายใน 1 นาที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645920"/>
            <a:ext cx="5029200" cy="1737360"/>
          </a:xfrm>
          <a:prstGeom prst="roundRect">
            <a:avLst>
              <a:gd name="adj" fmla="val 3158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175564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" y="175564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768096" y="1755648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16916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1965960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สร้างโปรเจกต์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init -y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ติดตั้ง Prisma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prisma @prisma/client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prisma init --datasource-provider sqlserver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หมายเหตุ: ใช้ JavaScript ธรรมดา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ไม่ต้องติดตั้ง TypeScript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474720"/>
            <a:ext cx="5029200" cy="1325880"/>
          </a:xfrm>
          <a:prstGeom prst="roundRect">
            <a:avLst>
              <a:gd name="adj" fmla="val 4138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358444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" y="358444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768096" y="3584448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5204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37947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.env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DATABASE_URL="sqlserver://localhost:1433;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database=ecom;user=sa;password=YourPass123;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trustServerCertificate=true"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57784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ไฟล์ที่ถูกสร้าง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577840" y="2011680"/>
            <a:ext cx="3200400" cy="548640"/>
          </a:xfrm>
          <a:prstGeom prst="rect">
            <a:avLst/>
          </a:prstGeom>
          <a:solidFill>
            <a:srgbClr val="111C31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77840" y="2011680"/>
            <a:ext cx="54864" cy="5486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0" y="2057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prisma/schema.prisma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0" y="23042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นิยาม model และ datasource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77840" y="2651760"/>
            <a:ext cx="3200400" cy="548640"/>
          </a:xfrm>
          <a:prstGeom prst="rect">
            <a:avLst/>
          </a:prstGeom>
          <a:solidFill>
            <a:srgbClr val="111C31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77840" y="2651760"/>
            <a:ext cx="54864" cy="5486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0" y="29443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เก็บ DATABASE_URL แบบลับ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77840" y="3291840"/>
            <a:ext cx="3200400" cy="548640"/>
          </a:xfrm>
          <a:prstGeom prst="rect">
            <a:avLst/>
          </a:prstGeom>
          <a:solidFill>
            <a:srgbClr val="111C31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77840" y="3291840"/>
            <a:ext cx="54864" cy="5486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0" y="3337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node_modules/@prisma/client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0" y="358444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Client ที่ถูก generate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577840" y="3931920"/>
            <a:ext cx="3200400" cy="548640"/>
          </a:xfrm>
          <a:prstGeom prst="rect">
            <a:avLst/>
          </a:prstGeom>
          <a:solidFill>
            <a:srgbClr val="111C31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77840" y="3931920"/>
            <a:ext cx="54864" cy="5486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0" y="3977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package.json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69280" y="42245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dependencies ของโปรเจกต์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ORM • Node.js (JavaScript) • SQL Server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× E-commerce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0" y="27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D4B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05 · Prisma Schema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274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6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ตัวอย่าง Prisma Schema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32004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070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ไฟล์เดียวครอบคลุม datasource + model + relation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5852160" cy="3154680"/>
          </a:xfrm>
          <a:prstGeom prst="roundRect">
            <a:avLst>
              <a:gd name="adj" fmla="val 1739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170992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" y="170992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768096" y="1709928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16459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prisma/schema.prisma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192024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datasource db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provider = "sqlserver"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url      = env("DATABASE_URL")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Category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 Int       @id @default(autoincrement())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String    @unique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products Product[]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Product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   Int         @id @default(autoincrement())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String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price      Decimal     @db.Decimal(10, 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stock      Int         @default(0)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categoryId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   Category    @relation(fields: [categoryId], references: [id])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items      OrderItem[]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createdAt  DateTime    @default(now())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Order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Int         @id @default(autoincrement())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userId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   User        @relation(fields: [userId], references: [id])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items  OrderItem[]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  Decimal     @db.Decimal(12, 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 String      @default("PENDING")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Attribute ที่ใช้บ่อย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1965960"/>
            <a:ext cx="2468880" cy="3931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9933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46520" y="2167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กำหนด primary key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0" y="2414016"/>
            <a:ext cx="2468880" cy="3931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24414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@default(...)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46520" y="2615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ค่า default เช่น now(), autoincrement()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0" y="2862072"/>
            <a:ext cx="2468880" cy="3931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288950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@unique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46520" y="30632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บังคับค่า unique เช่น email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0" y="3310128"/>
            <a:ext cx="2468880" cy="3931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33375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@relation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46520" y="35112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เชื่อม model ผ่าน foreign key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0" y="3758184"/>
            <a:ext cx="2468880" cy="3931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37856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@db.Decimal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46520" y="39593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ระบุชนิดฝั่ง database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0" y="4206240"/>
            <a:ext cx="2468880" cy="3931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42336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46520" y="44074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ชนิดวันเวลา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ORM • Node.js (JavaScript) • SQL Server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× E-commerce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0" y="27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D4B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06 · Migration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274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7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สร้าง Database และ Migration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32004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070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จาก schema.prisma สู่ตารางจริงในฐานข้อมูล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164592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111C31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schema.prisma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72968" y="164592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4B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474720" y="164592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111C31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migration SQL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87568" y="164592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4B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989320" y="164592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111C31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 tables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2606040"/>
            <a:ext cx="5029200" cy="1188720"/>
          </a:xfrm>
          <a:prstGeom prst="roundRect">
            <a:avLst>
              <a:gd name="adj" fmla="val 4615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71576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" y="271576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768096" y="2715768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26517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2926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สร้าง migration ชุดแรก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prisma migrate dev --name init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deploy ไป production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prisma migrate deploy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ดูสถานะ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prisma migrate status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577840" y="2606040"/>
            <a:ext cx="320040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2697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Migration Versioning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715000" y="301752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แต่ละ migration เป็น .sql ใน prisma/migrations/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เก็บลง git เพื่อให้ทีมซิงก์ schema ตรงกัน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Production ใช้ migrate deploy เท่านั้น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แก้ย้อนหลังด้วย migrate resolve ถ้าติดปัญหา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5760" y="3977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472B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Tip: ลบโฟลเดอร์ migrations ใน dev ได้ แต่ห้ามลบใน production!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ORM • Node.js (JavaScript) • SQL Server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× E-commerce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0" y="27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D4B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07 · Seed Data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274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8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การ Seed ข้อมูลเริ่มต้น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32004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070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เตรียมข้อมูลจำลองสำหรับ dev และ test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ทำไมต้อง Seed?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92024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มีข้อมูลตัวอย่างให้ dev ทดสอบทันที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ใช้เป็น baseline ใน E2E test / CI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รีเซ็ต database ใหม่ก็ได้ข้อมูลเดิม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ช่วย onboarding คนเข้าทีมใหม่ได้เร็ว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49040" y="1600200"/>
            <a:ext cx="5029200" cy="3154680"/>
          </a:xfrm>
          <a:prstGeom prst="roundRect">
            <a:avLst>
              <a:gd name="adj" fmla="val 1739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58768" y="170992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4005072" y="170992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4151376" y="1709928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1645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prisma/seed.js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31920" y="192024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PrismaClient } = require("@prisma/client");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prisma = new PrismaClient();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main()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tech = await prisma.category.create({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data: { name: "Technology"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prisma.product.createMany({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data: 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name: "Keyboard", price: 1290, stock: 20, categoryId: tech.id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name: "Mouse",    price: 690,  stock: 35, categoryId: tech.id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prisma.user.create({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data: { email: "demo@shop.io", name: "Demo User"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.catch((e) =&gt; { console.error(e); process.exit(1); 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.finally(() =&gt; prisma.$disconnect());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4114800"/>
            <a:ext cx="320040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14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prisma db seed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ORM • Node.js (JavaScript) • SQL Server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× E-commerce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0" y="27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D4B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08 · CRUD — Create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274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9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Create Data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32004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070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เพิ่มข้อมูลด้วย Prisma Client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4846320" cy="3154680"/>
          </a:xfrm>
          <a:prstGeom prst="roundRect">
            <a:avLst>
              <a:gd name="adj" fmla="val 1739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170992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" y="170992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768096" y="1709928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16459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create.js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192024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PrismaClient } = require("@prisma/client");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prisma = new PrismaClient();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สร้างสินค้าใหม่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product = await prisma.product.create({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"Mechanical Keyboard",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price: 2490,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stock: 10,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categoryId: 1,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สร้าง order พร้อม order items (nested)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order = await prisma.order.create({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userId: 1,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total: 2980,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items: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create: 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 productId: 1, quantity: 2, price: 1290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 productId: 2, quantity: 1, price: 400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include: { items: true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94960" y="1600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Key API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94960" y="1965960"/>
            <a:ext cx="338328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5394960" y="1965960"/>
            <a:ext cx="54864" cy="47548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0" y="200253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0" y="220370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สร้าง 1 record — return record พร้อม id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94960" y="2496312"/>
            <a:ext cx="338328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5394960" y="2496312"/>
            <a:ext cx="54864" cy="47548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253288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createMany()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273405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insert หลายแถวพร้อมกัน เร็วและประหยัด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94960" y="3026664"/>
            <a:ext cx="338328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24"/>
          <p:cNvSpPr/>
          <p:nvPr/>
        </p:nvSpPr>
        <p:spPr>
          <a:xfrm>
            <a:off x="5394960" y="3026664"/>
            <a:ext cx="54864" cy="47548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0" y="306324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nested create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0" y="326440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สร้าง parent + children ในคำสั่งเดียว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94960" y="3557016"/>
            <a:ext cx="338328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5394960" y="3557016"/>
            <a:ext cx="54864" cy="47548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0" y="359359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include: true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0" y="37947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return ข้อมูลที่เชื่อมกลับมาด้วย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94960" y="4087368"/>
            <a:ext cx="338328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Shape 32"/>
          <p:cNvSpPr/>
          <p:nvPr/>
        </p:nvSpPr>
        <p:spPr>
          <a:xfrm>
            <a:off x="5394960" y="4087368"/>
            <a:ext cx="54864" cy="47548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0" y="412394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skipDuplicates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0" y="432511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ข้ามแถวที่ unique ซ้ำ (ไม่ error)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ORM • Node.js (JavaScript) • SQL Server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× E-commerce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0" y="27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D4B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09 · CRUD — Read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274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10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Read Data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32004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070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Query ข้อมูลด้วย findMany, include, where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5669280" cy="3154680"/>
          </a:xfrm>
          <a:prstGeom prst="roundRect">
            <a:avLst>
              <a:gd name="adj" fmla="val 1739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170992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" y="170992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768096" y="1709928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16459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read.js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192024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ดึงสินค้าทั้งหมด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all = await prisma.product.findMany();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ดึงสินค้าตามหมวดหมู่ + เรียงราคาต่ำ→สูง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tech = await prisma.product.findMany({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where: { category: { name: "Technology" }, stock: { gt: 0 }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orderBy: { price: "asc"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select: { id: true, name: true, price: true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take: 10,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3) ดึง order พร้อมรายการสินค้า + ชื่อสินค้า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order = await prisma.order.findUnique({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where: { id: 42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include: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user: { select: { name: true, email: true }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items: { include: { product: true }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Query Operators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19659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findMany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23760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หลาย record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0" y="23591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findUnique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23760" y="23591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 record ตาม key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0" y="27523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275234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join ข้อมูล relation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17920" y="314553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23760" y="314553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เลือกเฉพาะ field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17920" y="35387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23760" y="35387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ตัวกรอง (gt, lt, contains)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0" y="3931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orderBy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3931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จัดเรียง asc / desc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17920" y="43251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 / skip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23760" y="43251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pagination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ORM • Node.js (JavaScript) • SQL Server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× E-commerce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0" y="27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D4B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10 · CRUD — Update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274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11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Update Data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32004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070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แก้ไขข้อมูลแบบแถวเดียวหรือทีละหลายแถว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5029200" cy="3154680"/>
          </a:xfrm>
          <a:prstGeom prst="roundRect">
            <a:avLst>
              <a:gd name="adj" fmla="val 1739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170992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" y="170992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768096" y="1709928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1645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update.js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192024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อัปเดตราคาและลด stock ของสินค้า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prisma.product.update({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where: { id: 1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price: 1390,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stock: { decrement: 1 },  // atomic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เปลี่ยนสถานะ order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prisma.order.update({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where: { id: 42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data: { status: "PAID"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3) อัปเดตหลายแถว — ลดราคาทุกสินค้า 10%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prisma.product.updateMany({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where: { stock: { gt: 100 }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data: { price: { multiply: 0.9 }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4) upsert: สร้างถ้าไม่มี / แก้ถ้ามี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prisma.user.upsert({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where: { email: "demo@shop.io"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update: { name: "Demo"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create: { email: "demo@shop.io", name: "Demo"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1645920"/>
            <a:ext cx="3200400" cy="868680"/>
          </a:xfrm>
          <a:prstGeom prst="rect">
            <a:avLst/>
          </a:prstGeom>
          <a:solidFill>
            <a:srgbClr val="111C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1645920"/>
            <a:ext cx="73152" cy="86868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0" y="1737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update() vs updateMany()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760720" y="2057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update() ต้องระบุ unique key; updateMany() คืนจำนวนที่แก้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577840" y="2606040"/>
            <a:ext cx="3200400" cy="868680"/>
          </a:xfrm>
          <a:prstGeom prst="rect">
            <a:avLst/>
          </a:prstGeom>
          <a:solidFill>
            <a:srgbClr val="111C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2606040"/>
            <a:ext cx="73152" cy="86868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0" y="2697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Atomic Operations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760720" y="3017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 increment, decrement, multiply เพื่อกัน race condition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577840" y="3566160"/>
            <a:ext cx="3200400" cy="868680"/>
          </a:xfrm>
          <a:prstGeom prst="rect">
            <a:avLst/>
          </a:prstGeom>
          <a:solidFill>
            <a:srgbClr val="111C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77840" y="3566160"/>
            <a:ext cx="73152" cy="86868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6" name="Text 24"/>
          <p:cNvSpPr/>
          <p:nvPr/>
        </p:nvSpPr>
        <p:spPr>
          <a:xfrm>
            <a:off x="5760720" y="3657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upsert() Pattern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760720" y="3977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เหมาะกับ sync master data หรือ webhook ที่ส่งซ้ำได้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ORM • Node.js (JavaScript) • SQL Server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× E-commerce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0" y="27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D4B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11 · CRUD — Delete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274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12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Delete Data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32004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070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Hard delete, soft delete และข้อควรระวังเรื่อง relation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5029200" cy="3154680"/>
          </a:xfrm>
          <a:prstGeom prst="roundRect">
            <a:avLst>
              <a:gd name="adj" fmla="val 1739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170992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" y="170992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768096" y="1709928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1645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delete.js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192024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Hard delete — ลบถาวร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prisma.orderItem.delete({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where: { id: 10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ลบหลายแถว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prisma.product.deleteMany({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where: { stock: 0, createdAt: { lt: lastYear }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3) Soft delete — เพิ่ม field deletedAt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prisma.product.update({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where: { id: 1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data: { deletedAt: new Date()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ต้องกรอง query ทุกครั้ง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prisma.product.findMany({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where: { deletedAt: null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1645920"/>
            <a:ext cx="1554480" cy="36576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7" name="Text 15"/>
          <p:cNvSpPr/>
          <p:nvPr/>
        </p:nvSpPr>
        <p:spPr>
          <a:xfrm>
            <a:off x="557784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Hard Delete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23760" y="1645920"/>
            <a:ext cx="1554480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Soft Delete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77840" y="2057400"/>
            <a:ext cx="1554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ลบจริงออกจากตาราง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กู้คืนไม่ได้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ระวัง FK constraint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ใช้กับข้อมูลชั่วคราว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23760" y="2057400"/>
            <a:ext cx="1554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ตั้ง flag deletedAt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กู้คืนได้ง่าย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เก็บ history / audit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ใช้กับข้อมูลสำคัญ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577840" y="4023360"/>
            <a:ext cx="3200400" cy="685800"/>
          </a:xfrm>
          <a:prstGeom prst="rect">
            <a:avLst/>
          </a:prstGeom>
          <a:solidFill>
            <a:srgbClr val="3F1D38"/>
          </a:solidFill>
          <a:ln w="9525">
            <a:solidFill>
              <a:srgbClr val="F472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40233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⚠ ถ้ามี relation → ต้องตั้ง onDelete: Cascade / SetNull ใน schema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ORM • Node.js (JavaScript) • SQL Server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× E-commerce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0" y="27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D4B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12 · Transaction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274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13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Transaction &amp; Business Logic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32004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070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ทั้งหมดสำเร็จพร้อมกัน หรือย้อนกลับพร้อมกัน (ACID)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5486400" cy="3154680"/>
          </a:xfrm>
          <a:prstGeom prst="roundRect">
            <a:avLst>
              <a:gd name="adj" fmla="val 1739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170992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" y="170992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768096" y="1709928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1645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checkout.js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192024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checkout: สร้าง order, ลด stock, บันทึก payment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result = await prisma.$transaction(async (tx)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1) สร้าง order พร้อม items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order = await tx.order.create({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userId, total,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items: { create: items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2) ลด stock ของแต่ละ product (atomic)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(const it of items)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tx.product.update({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where: { id: it.productId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data: { stock: { decrement: it.quantity }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3) บันทึก payment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tx.payment.create({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data: { orderId: order.id, amount: total, method: "CREDIT_CARD"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order;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3504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ทำไมต้องใช้ Transaction?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35040" y="19202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ATOMIC — ทำงานเป็นก้อนเดียว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CONSISTENT — ข้อมูลสม่ำเสมอ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ISOLATED — ไม่ชนกับ transaction อื่น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DURABLE — commit แล้วคงอยู่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35040" y="3383280"/>
            <a:ext cx="2743200" cy="1371600"/>
          </a:xfrm>
          <a:prstGeom prst="rect">
            <a:avLst/>
          </a:prstGeom>
          <a:solidFill>
            <a:srgbClr val="1E293B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3429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 รูปแบบ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37033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Interactive: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$transaction(async tx =&gt; {...})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Sequential: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$transaction([q1, q2, q3])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ORM • Node.js (JavaScript) • SQL Server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× E-commerce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0" y="27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D4B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13 · Error Handling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274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14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Error Handling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32004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070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จับ error ของ Prisma ให้สง่างามและพร้อมส่งออก API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5212080" cy="3154680"/>
          </a:xfrm>
          <a:prstGeom prst="roundRect">
            <a:avLst>
              <a:gd name="adj" fmla="val 1739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170992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" y="170992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68096" y="1709928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164592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userService.js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192024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PrismaClientKnownRequestError,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PrismaClientValidationError,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= require("@prisma/client/runtime/library");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createUser(data)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await prisma.user.create({ data });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(err)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(err instanceof PrismaClientKnownRequestError)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(err.code === "P2002")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unique constraint (เช่น email ซ้ำ)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throw { status: 409, message: "Email นี้ถูกใช้งานแล้ว" 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(err.code === "P2025")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record not found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throw { status: 404, message: "ไม่พบข้อมูล" 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(err instanceof PrismaClientValidationError)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throw { status: 400, message: "ข้อมูลไม่ถูกต้อง" 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{ status: 500, message: "Internal Error" 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60720" y="1600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Error Code ที่เจอบ่อย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60720" y="1965960"/>
            <a:ext cx="301752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760720" y="1965960"/>
            <a:ext cx="45720" cy="365760"/>
          </a:xfrm>
          <a:prstGeom prst="rect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52160" y="1965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P2002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1965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Unique constraint failed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60720" y="2377440"/>
            <a:ext cx="30175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5760720" y="2377440"/>
            <a:ext cx="45720" cy="365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52160" y="2377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P2003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Foreign key constraint failed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60720" y="2788920"/>
            <a:ext cx="30175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24"/>
          <p:cNvSpPr/>
          <p:nvPr/>
        </p:nvSpPr>
        <p:spPr>
          <a:xfrm>
            <a:off x="5760720" y="2788920"/>
            <a:ext cx="45720" cy="3657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7" name="Text 25"/>
          <p:cNvSpPr/>
          <p:nvPr/>
        </p:nvSpPr>
        <p:spPr>
          <a:xfrm>
            <a:off x="5852160" y="2788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P2025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2788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Record ไม่พบสำหรับ update/delete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60720" y="3200400"/>
            <a:ext cx="301752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760720" y="3200400"/>
            <a:ext cx="45720" cy="3657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1" name="Text 29"/>
          <p:cNvSpPr/>
          <p:nvPr/>
        </p:nvSpPr>
        <p:spPr>
          <a:xfrm>
            <a:off x="5852160" y="3200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P2014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3200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Required relation violation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60720" y="3611880"/>
            <a:ext cx="301752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760720" y="3611880"/>
            <a:ext cx="45720" cy="3657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852160" y="3611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P1001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83680" y="3611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Cannot reach database server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760720" y="4069080"/>
            <a:ext cx="3017520" cy="594360"/>
          </a:xfrm>
          <a:prstGeom prst="rect">
            <a:avLst/>
          </a:prstGeom>
          <a:solidFill>
            <a:srgbClr val="12334A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852160" y="40690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✓ ควรมี central errorHandler middleware แปลง error → HTTP response มาตรฐาน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ORM • Node.js (JavaScript) • SQL Server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× E-commerce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0" y="27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D4B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14 · Enum &amp; Indexing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274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15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Enum &amp; Indexing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32004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070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ทำให้ schema อ่านง่าย และ query เร็วขึ้น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6002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Enum — ค่าที่เป็นไปได้แบบจำกัด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4297680" cy="2743200"/>
          </a:xfrm>
          <a:prstGeom prst="roundRect">
            <a:avLst>
              <a:gd name="adj" fmla="val 2000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202996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1792" y="202996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68096" y="2029968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5840" y="1965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 + order.js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2240280"/>
            <a:ext cx="39319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OrderStatus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PENDING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PAID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SHIPPED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DELIVERED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CANCELLED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Order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Int          @id @default(autoincrement())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userId Int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 OrderStatus  @default(PENDING)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  Decimal      @db.Decimal(12, 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ใช้งานใน Node.js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prisma.order.update({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where: { id: 1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data: { status: "SHIPPED"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0" y="1600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2B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Index — เร่งความเร็วในการ query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1920240"/>
            <a:ext cx="3931920" cy="2103120"/>
          </a:xfrm>
          <a:prstGeom prst="roundRect">
            <a:avLst>
              <a:gd name="adj" fmla="val 2609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956048" y="202996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Shape 18"/>
          <p:cNvSpPr/>
          <p:nvPr/>
        </p:nvSpPr>
        <p:spPr>
          <a:xfrm>
            <a:off x="5102352" y="202996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5248656" y="2029968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0" y="19659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schema.prisma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0" y="224028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Product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   Int       @id @default(autoincrement())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String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categoryId Int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price      Decimal   @db.Decimal(10, 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createdAt  DateTime  @default(now())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@@index([categoryId])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@@index([name, createdAt])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@@unique([categoryId, name])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4114800"/>
            <a:ext cx="3931920" cy="621792"/>
          </a:xfrm>
          <a:prstGeom prst="rect">
            <a:avLst/>
          </a:prstGeom>
          <a:solidFill>
            <a:srgbClr val="1E293B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4114800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18CF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เมื่อไหร่ควรสร้าง Index?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field ที่ใช้ใน where/join/orderBy บ่อย  • foreign key  • composite ตามลำดับใช้งาน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ORM • Node.js (JavaScript) • SQL Server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× E-commerce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0" y="27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D4B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15 · Middleware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274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16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Middleware ($use)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32004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070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แทรก logic ก่อน/หลังทุก query — ใช้ทำ soft-delete auto-filter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5669280" cy="3154680"/>
          </a:xfrm>
          <a:prstGeom prst="roundRect">
            <a:avLst>
              <a:gd name="adj" fmla="val 1739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170992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" y="170992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68096" y="1709928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16459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softDelete.middleware.js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192024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PrismaClient } = require("@prisma/client");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prisma = new PrismaClient();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แทรก middleware ก่อนส่ง query ไปยัง database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prisma.$use(async (params, next)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1) แปลง delete → update(deletedAt)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(params.model === "Product")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(params.action === "delete")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params.action = "update";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params.args.data = { deletedAt: new Date() 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(params.action === "deleteMany")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params.action = "updateMany";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params.args.data = { ...(params.args.data || {}), deletedAt: new Date() 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2) ซ่อน record ที่ถูกลบจาก findMany / findFirst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(["findMany", "findFirst"].includes(params.action))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params.args.where =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...(params.args.where || {}),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deletedAt: null,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next(params);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1792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Request Pipeline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196596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111C31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7920" y="1965960"/>
            <a:ext cx="54864" cy="64008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55080" y="2011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Your Code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2286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prisma.product.delete()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23760" y="26060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17920" y="278892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111C31"/>
          </a:solidFill>
          <a:ln w="15875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17920" y="2788920"/>
            <a:ext cx="54864" cy="640080"/>
          </a:xfrm>
          <a:prstGeom prst="rect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55080" y="2834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Middleware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55080" y="3108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แปลงเป็น update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23760" y="34290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17920" y="361188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111C31"/>
          </a:solidFill>
          <a:ln w="1587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217920" y="3611880"/>
            <a:ext cx="54864" cy="640080"/>
          </a:xfrm>
          <a:prstGeom prst="rect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55080" y="3657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Prisma Engine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55080" y="3931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ส่ง SQL ไป DB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4526280"/>
            <a:ext cx="2560320" cy="228600"/>
          </a:xfrm>
          <a:prstGeom prst="rect">
            <a:avLst/>
          </a:prstGeom>
          <a:solidFill>
            <a:srgbClr val="3F1D38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45262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⚠ ตั้ง middleware ก่อน query แรกเสมอ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ORM • Node.js (JavaScript) • SQL Server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× E-commerce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0" y="27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D4B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16 · Performance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274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17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Performance &amp; N+1 Query Problem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32004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070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ปัญหาคลาสสิกของ ORM และวิธีแก้ด้วย Prisma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54864" cy="32004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600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72B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✗  Bad — N+1 queries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965960"/>
            <a:ext cx="4160520" cy="1828800"/>
          </a:xfrm>
          <a:prstGeom prst="roundRect">
            <a:avLst>
              <a:gd name="adj" fmla="val 3000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" y="207568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1792" y="207568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68096" y="2075688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0116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slow.js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2286000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 query ดึง orders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orders = await prisma.order.findMany();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+ N query ดึง user ของแต่ละ order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(const o of orders)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 = await prisma.user.findUnique({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where: { id: o.userId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o.user = u;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100 orders = 101 queries ⚠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17720" y="1600200"/>
            <a:ext cx="54864" cy="32004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1600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✓  Good — single query + include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17720" y="1965960"/>
            <a:ext cx="4160520" cy="1828800"/>
          </a:xfrm>
          <a:prstGeom prst="roundRect">
            <a:avLst>
              <a:gd name="adj" fmla="val 3000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27448" y="207568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73752" y="207568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20056" y="2075688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4" name="Text 22"/>
          <p:cNvSpPr/>
          <p:nvPr/>
        </p:nvSpPr>
        <p:spPr>
          <a:xfrm>
            <a:off x="5257800" y="20116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fast.js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0600" y="2286000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 query — JOIN ให้เรียบร้อย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orders = await prisma.order.findMany({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include: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user: { select: { id: true, name: true }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items: { include: { product: true }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100 orders = 1 query ✓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931920"/>
            <a:ext cx="8412480" cy="7772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3977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เทคนิคเพิ่ม Performance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2062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/ select</a:t>
            </a:r>
            <a:endParaRPr lang="en-US" sz="10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join เท่าที่จำเป็น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167128" y="42062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Pagination</a:t>
            </a:r>
            <a:endParaRPr lang="en-US" sz="10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take / skip / cursor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831336" y="42062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$transaction([])</a:t>
            </a:r>
            <a:endParaRPr lang="en-US" sz="10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batch หลาย query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95544" y="42062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Index</a:t>
            </a:r>
            <a:endParaRPr lang="en-US" sz="10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เร่ง where / orderBy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159752" y="42062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Slow Query</a:t>
            </a:r>
            <a:endParaRPr lang="en-US" sz="10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log: ['query'] debug ได้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ORM • Node.js (JavaScript) • SQL Server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× E-commerce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0" y="27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D4B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17 · Raw SQL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274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18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Raw SQL ($queryRaw / $executeRaw)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32004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070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เมื่อ Prisma API ไม่พอ — ใช้ SQL ตรงแบบปลอดภัย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5212080" cy="3154680"/>
          </a:xfrm>
          <a:prstGeom prst="roundRect">
            <a:avLst>
              <a:gd name="adj" fmla="val 1739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170992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" y="170992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768096" y="1709928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164592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rawSql.js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192024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$queryRaw — SELECT, return rows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ใช้ tagged template เพื่อ parameterize อัตโนมัติ (กัน SQL injection)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email = "demo@shop.io";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users = await prisma.$queryRaw`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TOP 10 id, name, email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[User]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email = ${email}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$executeRaw — INSERT/UPDATE/DELETE, return affected rows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minStock = 0;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 = await prisma.$executeRaw`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 [Product]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 stock = stock + 10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stock &lt;= ${minStock}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3) Dynamic SQL ด้วย Prisma.sql (compose ได้)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Prisma } = require("@prisma/client");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where = Prisma.sql`WHERE status = ${"PAID"}`;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rows = await prisma.$queryRaw`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COUNT(*) FROM [Order] ${where}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`;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60720" y="1600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ใช้เมื่อไหร่?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60720" y="1965960"/>
            <a:ext cx="30175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5760720" y="1965960"/>
            <a:ext cx="54864" cy="3657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5852160" y="1984248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Aggregation ซับซ้อน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52160" y="214884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window function, CTE, pivot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760720" y="2377440"/>
            <a:ext cx="30175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5760720" y="2377440"/>
            <a:ext cx="54864" cy="3657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3" name="Text 21"/>
          <p:cNvSpPr/>
          <p:nvPr/>
        </p:nvSpPr>
        <p:spPr>
          <a:xfrm>
            <a:off x="5852160" y="2395728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Vendor-specific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852160" y="256032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SQL Server: MERGE, FOR XML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760720" y="2788920"/>
            <a:ext cx="30175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24"/>
          <p:cNvSpPr/>
          <p:nvPr/>
        </p:nvSpPr>
        <p:spPr>
          <a:xfrm>
            <a:off x="5760720" y="2788920"/>
            <a:ext cx="54864" cy="36576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7" name="Text 25"/>
          <p:cNvSpPr/>
          <p:nvPr/>
        </p:nvSpPr>
        <p:spPr>
          <a:xfrm>
            <a:off x="5852160" y="2807208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Performance tuning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852160" y="297180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hint, index override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760720" y="3200400"/>
            <a:ext cx="30175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5760720" y="3200400"/>
            <a:ext cx="54864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5852160" y="3218688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Legacy schema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852160" y="338328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ตารางที่ไม่ได้จัดการโดย Prisma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760720" y="3611880"/>
            <a:ext cx="30175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Shape 32"/>
          <p:cNvSpPr/>
          <p:nvPr/>
        </p:nvSpPr>
        <p:spPr>
          <a:xfrm>
            <a:off x="5760720" y="3611880"/>
            <a:ext cx="54864" cy="3657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5" name="Text 33"/>
          <p:cNvSpPr/>
          <p:nvPr/>
        </p:nvSpPr>
        <p:spPr>
          <a:xfrm>
            <a:off x="5852160" y="3630168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Bulk import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852160" y="379476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BULK INSERT / stored proc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760720" y="4069080"/>
            <a:ext cx="3017520" cy="594360"/>
          </a:xfrm>
          <a:prstGeom prst="rect">
            <a:avLst/>
          </a:prstGeom>
          <a:solidFill>
            <a:srgbClr val="3F1D38"/>
          </a:solidFill>
          <a:ln w="9525">
            <a:solidFill>
              <a:srgbClr val="F472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52160" y="40690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⚠ ห้ามใช้ $queryRawUnsafe กับ input จากผู้ใช้ — เสี่ยง SQL injection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ORM • Node.js (JavaScript) • SQL Server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× E-commerce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0" y="27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D4B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18 · Best Practices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274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19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Best Practices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32004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070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แนวทางที่ควรทำและข้อควรระวัง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2743200" cy="1325880"/>
          </a:xfrm>
          <a:prstGeom prst="rect">
            <a:avLst/>
          </a:prstGeom>
          <a:solidFill>
            <a:srgbClr val="111C31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783080"/>
            <a:ext cx="411480" cy="4114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17647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Service Layer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2286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แยก logic ออกจาก route/controller เพื่อ test ง่าย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1600200"/>
            <a:ext cx="2743200" cy="1325880"/>
          </a:xfrm>
          <a:prstGeom prst="rect">
            <a:avLst/>
          </a:prstGeom>
          <a:solidFill>
            <a:srgbClr val="111C31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783080"/>
            <a:ext cx="411480" cy="41148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77640" y="17647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Validate Input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20440" y="2286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 Joi / Zod / Valibot ก่อนส่งเข้า Prisma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600200"/>
            <a:ext cx="2743200" cy="1325880"/>
          </a:xfrm>
          <a:prstGeom prst="rect">
            <a:avLst/>
          </a:prstGeom>
          <a:solidFill>
            <a:srgbClr val="111C31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1783080"/>
            <a:ext cx="411480" cy="4114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17647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Select เฉพาะที่จำเป็น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46520" y="2286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ลด payload และเพิ่มความเร็ว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108960"/>
            <a:ext cx="2743200" cy="1325880"/>
          </a:xfrm>
          <a:prstGeom prst="rect">
            <a:avLst/>
          </a:prstGeom>
          <a:solidFill>
            <a:srgbClr val="111C31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29184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32735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Handle Errors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4360" y="37947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จับ Prisma error codes (P2002, P2025)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91840" y="3108960"/>
            <a:ext cx="2743200" cy="1325880"/>
          </a:xfrm>
          <a:prstGeom prst="rect">
            <a:avLst/>
          </a:prstGeom>
          <a:solidFill>
            <a:srgbClr val="111C31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0" y="3291840"/>
            <a:ext cx="411480" cy="4114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77640" y="32735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Migration Discipline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520440" y="37947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commit ทุกครั้ง ไม่แก้ไฟล์ย้อนหลัง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3108960"/>
            <a:ext cx="2743200" cy="1325880"/>
          </a:xfrm>
          <a:prstGeom prst="rect">
            <a:avLst/>
          </a:prstGeom>
          <a:solidFill>
            <a:srgbClr val="111C31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0" y="3291840"/>
            <a:ext cx="411480" cy="4114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03720" y="32735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Transaction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46520" y="37947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ใช้กับงาน multi-step ที่ต้อง all-or-nothing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ORM • Node.js (JavaScript) • SQL Server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× E-commerce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0" y="27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D4B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19 · Summary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274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20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สรุปและก้าวต่อไป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32004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070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Recap + Next Step สำหรับโปรเจกต์จริงของคุณ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4754880" cy="3108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600200"/>
            <a:ext cx="73152" cy="31089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691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Recap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2148840"/>
            <a:ext cx="438912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ทำให้การจัดการฐานข้อมูลเร็วและปลอดภัย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Schema เดียวครอบคลุม model, relation, migration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CRUD ครบชุด + nested + atomic operations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Error handling + Enum + Index = ใกล้ production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Transaction = หัวใจของ e-commerce checkout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472B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2057400"/>
            <a:ext cx="3291840" cy="548640"/>
          </a:xfrm>
          <a:prstGeom prst="rect">
            <a:avLst/>
          </a:prstGeom>
          <a:solidFill>
            <a:srgbClr val="111C31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2057400"/>
            <a:ext cx="54864" cy="5486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5623560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23560" y="235000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เพิ่ม JWT / OAuth ให้ User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0" y="2697480"/>
            <a:ext cx="3291840" cy="548640"/>
          </a:xfrm>
          <a:prstGeom prst="rect">
            <a:avLst/>
          </a:prstGeom>
          <a:solidFill>
            <a:srgbClr val="111C31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0" y="2697480"/>
            <a:ext cx="54864" cy="5486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1" name="Text 19"/>
          <p:cNvSpPr/>
          <p:nvPr/>
        </p:nvSpPr>
        <p:spPr>
          <a:xfrm>
            <a:off x="5623560" y="2743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Pagination &amp; Filtering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23560" y="29900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cursor-based + dynamic where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0" y="3337560"/>
            <a:ext cx="3291840" cy="548640"/>
          </a:xfrm>
          <a:prstGeom prst="rect">
            <a:avLst/>
          </a:prstGeom>
          <a:solidFill>
            <a:srgbClr val="111C31"/>
          </a:solidFill>
          <a:ln w="9525">
            <a:solidFill>
              <a:srgbClr val="F472B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3337560"/>
            <a:ext cx="54864" cy="54864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5" name="Text 23"/>
          <p:cNvSpPr/>
          <p:nvPr/>
        </p:nvSpPr>
        <p:spPr>
          <a:xfrm>
            <a:off x="5623560" y="3383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REST / GraphQL API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23560" y="3630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Express, Fastify, หรือ Apollo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0" y="3977640"/>
            <a:ext cx="3291840" cy="548640"/>
          </a:xfrm>
          <a:prstGeom prst="rect">
            <a:avLst/>
          </a:prstGeom>
          <a:solidFill>
            <a:srgbClr val="111C31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3977640"/>
            <a:ext cx="54864" cy="548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9" name="Text 27"/>
          <p:cNvSpPr/>
          <p:nvPr/>
        </p:nvSpPr>
        <p:spPr>
          <a:xfrm>
            <a:off x="5623560" y="4023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Testing &amp; CI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23560" y="427024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Jest + Prisma Testcontainers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2DD4B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Happy building with Prisma 🚀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Prisma ORM • Node.js (JavaScript) • SQL Server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created xsi:type="dcterms:W3CDTF">2026-04-24T08:05:03Z</dcterms:created>
  <dcterms:modified xsi:type="dcterms:W3CDTF">2026-04-24T08:52:44Z</dcterms:modified>
</cp:coreProperties>
</file>