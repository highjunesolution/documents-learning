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AFFEB2-0873-3D27-4E15-545D4D1237D5}" v="45" dt="2026-04-24T04:15:46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C7AFFEB2-0873-3D27-4E15-545D4D1237D5}"/>
    <pc:docChg chg="mod addSld delSld modSld addMainMaster delMainMaster modNotesMaster setSldSz">
      <pc:chgData name="D1I2 Jirayu S.Kaw" userId="S::300260129@th.maxxis.com::f59d7631-84c6-4c5a-a848-622dc00af3ab" providerId="AD" clId="Web-{C7AFFEB2-0873-3D27-4E15-545D4D1237D5}" dt="2026-04-24T04:15:46.319" v="42" actId="20577"/>
      <pc:docMkLst>
        <pc:docMk/>
      </pc:docMkLst>
      <pc:sldChg chg="modSp add">
        <pc:chgData name="D1I2 Jirayu S.Kaw" userId="S::300260129@th.maxxis.com::f59d7631-84c6-4c5a-a848-622dc00af3ab" providerId="AD" clId="Web-{C7AFFEB2-0873-3D27-4E15-545D4D1237D5}" dt="2026-04-24T04:15:46.319" v="42" actId="20577"/>
        <pc:sldMkLst>
          <pc:docMk/>
          <pc:sldMk cId="0" sldId="256"/>
        </pc:sldMkLst>
        <pc:spChg chg="mod">
          <ac:chgData name="D1I2 Jirayu S.Kaw" userId="S::300260129@th.maxxis.com::f59d7631-84c6-4c5a-a848-622dc00af3ab" providerId="AD" clId="Web-{C7AFFEB2-0873-3D27-4E15-545D4D1237D5}" dt="2026-04-24T04:15:46.319" v="42" actId="20577"/>
          <ac:spMkLst>
            <pc:docMk/>
            <pc:sldMk cId="0" sldId="256"/>
            <ac:spMk id="9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1"/>
        </pc:sldMkLst>
      </pc:sldChg>
      <pc:sldChg chg="modSp add">
        <pc:chgData name="D1I2 Jirayu S.Kaw" userId="S::300260129@th.maxxis.com::f59d7631-84c6-4c5a-a848-622dc00af3ab" providerId="AD" clId="Web-{C7AFFEB2-0873-3D27-4E15-545D4D1237D5}" dt="2026-04-24T04:06:30.133" v="13" actId="1076"/>
        <pc:sldMkLst>
          <pc:docMk/>
          <pc:sldMk cId="0" sldId="262"/>
        </pc:sldMkLst>
        <pc:spChg chg="mod">
          <ac:chgData name="D1I2 Jirayu S.Kaw" userId="S::300260129@th.maxxis.com::f59d7631-84c6-4c5a-a848-622dc00af3ab" providerId="AD" clId="Web-{C7AFFEB2-0873-3D27-4E15-545D4D1237D5}" dt="2026-04-24T04:06:30.133" v="13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06:30.133" v="1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06:30.133" v="11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06:30.133" v="10" actId="1076"/>
          <ac:spMkLst>
            <pc:docMk/>
            <pc:sldMk cId="0" sldId="262"/>
            <ac:spMk id="20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3"/>
        </pc:sldMkLst>
      </pc:sldChg>
      <pc:sldChg chg="modSp add">
        <pc:chgData name="D1I2 Jirayu S.Kaw" userId="S::300260129@th.maxxis.com::f59d7631-84c6-4c5a-a848-622dc00af3ab" providerId="AD" clId="Web-{C7AFFEB2-0873-3D27-4E15-545D4D1237D5}" dt="2026-04-24T04:11:33.155" v="15" actId="20577"/>
        <pc:sldMkLst>
          <pc:docMk/>
          <pc:sldMk cId="0" sldId="264"/>
        </pc:sldMkLst>
        <pc:spChg chg="mod">
          <ac:chgData name="D1I2 Jirayu S.Kaw" userId="S::300260129@th.maxxis.com::f59d7631-84c6-4c5a-a848-622dc00af3ab" providerId="AD" clId="Web-{C7AFFEB2-0873-3D27-4E15-545D4D1237D5}" dt="2026-04-24T04:11:33.155" v="15" actId="20577"/>
          <ac:spMkLst>
            <pc:docMk/>
            <pc:sldMk cId="0" sldId="264"/>
            <ac:spMk id="6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68"/>
        </pc:sldMkLst>
      </pc:sldChg>
      <pc:sldChg chg="modSp add">
        <pc:chgData name="D1I2 Jirayu S.Kaw" userId="S::300260129@th.maxxis.com::f59d7631-84c6-4c5a-a848-622dc00af3ab" providerId="AD" clId="Web-{C7AFFEB2-0873-3D27-4E15-545D4D1237D5}" dt="2026-04-24T04:12:48.391" v="17" actId="20577"/>
        <pc:sldMkLst>
          <pc:docMk/>
          <pc:sldMk cId="0" sldId="269"/>
        </pc:sldMkLst>
        <pc:spChg chg="mod">
          <ac:chgData name="D1I2 Jirayu S.Kaw" userId="S::300260129@th.maxxis.com::f59d7631-84c6-4c5a-a848-622dc00af3ab" providerId="AD" clId="Web-{C7AFFEB2-0873-3D27-4E15-545D4D1237D5}" dt="2026-04-24T04:12:48.391" v="17" actId="20577"/>
          <ac:spMkLst>
            <pc:docMk/>
            <pc:sldMk cId="0" sldId="269"/>
            <ac:spMk id="6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2"/>
        </pc:sldMkLst>
      </pc:sldChg>
      <pc:sldChg chg="modSp add">
        <pc:chgData name="D1I2 Jirayu S.Kaw" userId="S::300260129@th.maxxis.com::f59d7631-84c6-4c5a-a848-622dc00af3ab" providerId="AD" clId="Web-{C7AFFEB2-0873-3D27-4E15-545D4D1237D5}" dt="2026-04-24T04:13:28.829" v="19" actId="20577"/>
        <pc:sldMkLst>
          <pc:docMk/>
          <pc:sldMk cId="0" sldId="273"/>
        </pc:sldMkLst>
        <pc:spChg chg="mod">
          <ac:chgData name="D1I2 Jirayu S.Kaw" userId="S::300260129@th.maxxis.com::f59d7631-84c6-4c5a-a848-622dc00af3ab" providerId="AD" clId="Web-{C7AFFEB2-0873-3D27-4E15-545D4D1237D5}" dt="2026-04-24T04:13:28.829" v="19" actId="20577"/>
          <ac:spMkLst>
            <pc:docMk/>
            <pc:sldMk cId="0" sldId="273"/>
            <ac:spMk id="6" creationId="{00000000-0000-0000-0000-000000000000}"/>
          </ac:spMkLst>
        </pc:spChg>
      </pc:sldChg>
      <pc:sldChg chg="modSp add">
        <pc:chgData name="D1I2 Jirayu S.Kaw" userId="S::300260129@th.maxxis.com::f59d7631-84c6-4c5a-a848-622dc00af3ab" providerId="AD" clId="Web-{C7AFFEB2-0873-3D27-4E15-545D4D1237D5}" dt="2026-04-24T04:14:33.752" v="28"/>
        <pc:sldMkLst>
          <pc:docMk/>
          <pc:sldMk cId="0" sldId="274"/>
        </pc:sldMkLst>
        <pc:spChg chg="mod">
          <ac:chgData name="D1I2 Jirayu S.Kaw" userId="S::300260129@th.maxxis.com::f59d7631-84c6-4c5a-a848-622dc00af3ab" providerId="AD" clId="Web-{C7AFFEB2-0873-3D27-4E15-545D4D1237D5}" dt="2026-04-24T04:14:27.564" v="25"/>
          <ac:spMkLst>
            <pc:docMk/>
            <pc:sldMk cId="0" sldId="274"/>
            <ac:spMk id="9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14:27.643" v="2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14:33.705" v="27"/>
          <ac:spMkLst>
            <pc:docMk/>
            <pc:sldMk cId="0" sldId="274"/>
            <ac:spMk id="13" creationId="{00000000-0000-0000-0000-000000000000}"/>
          </ac:spMkLst>
        </pc:spChg>
        <pc:spChg chg="mod">
          <ac:chgData name="D1I2 Jirayu S.Kaw" userId="S::300260129@th.maxxis.com::f59d7631-84c6-4c5a-a848-622dc00af3ab" providerId="AD" clId="Web-{C7AFFEB2-0873-3D27-4E15-545D4D1237D5}" dt="2026-04-24T04:14:33.752" v="28"/>
          <ac:spMkLst>
            <pc:docMk/>
            <pc:sldMk cId="0" sldId="274"/>
            <ac:spMk id="14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78"/>
        </pc:sldMkLst>
      </pc:sldChg>
      <pc:sldChg chg="modSp add">
        <pc:chgData name="D1I2 Jirayu S.Kaw" userId="S::300260129@th.maxxis.com::f59d7631-84c6-4c5a-a848-622dc00af3ab" providerId="AD" clId="Web-{C7AFFEB2-0873-3D27-4E15-545D4D1237D5}" dt="2026-04-24T04:15:02.752" v="30" actId="20577"/>
        <pc:sldMkLst>
          <pc:docMk/>
          <pc:sldMk cId="0" sldId="279"/>
        </pc:sldMkLst>
        <pc:spChg chg="mod">
          <ac:chgData name="D1I2 Jirayu S.Kaw" userId="S::300260129@th.maxxis.com::f59d7631-84c6-4c5a-a848-622dc00af3ab" providerId="AD" clId="Web-{C7AFFEB2-0873-3D27-4E15-545D4D1237D5}" dt="2026-04-24T04:15:02.752" v="30" actId="20577"/>
          <ac:spMkLst>
            <pc:docMk/>
            <pc:sldMk cId="0" sldId="279"/>
            <ac:spMk id="6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0" sldId="282"/>
        </pc:sldMkLst>
      </pc:sldChg>
      <pc:sldChg chg="del replId">
        <pc:chgData name="D1I2 Jirayu S.Kaw" userId="S::300260129@th.maxxis.com::f59d7631-84c6-4c5a-a848-622dc00af3ab" providerId="AD" clId="Web-{C7AFFEB2-0873-3D27-4E15-545D4D1237D5}" dt="2026-04-24T03:56:55.624" v="1"/>
        <pc:sldMkLst>
          <pc:docMk/>
          <pc:sldMk cId="109857222" sldId="283"/>
        </pc:sldMkLst>
      </pc:sldChg>
      <pc:sldMasterChg chg="add addSldLayout">
        <pc:chgData name="D1I2 Jirayu S.Kaw" userId="S::300260129@th.maxxis.com::f59d7631-84c6-4c5a-a848-622dc00af3ab" providerId="AD" clId="Web-{C7AFFEB2-0873-3D27-4E15-545D4D1237D5}" dt="2026-04-24T03:56:55.624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C7AFFEB2-0873-3D27-4E15-545D4D1237D5}" dt="2026-04-24T03:56:55.624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C7AFFEB2-0873-3D27-4E15-545D4D1237D5}" dt="2026-04-24T03:56:55.624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BD39B-3070-4259-B145-F77E808F963E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1C7A1-B588-4968-9FD7-A26A47F57C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0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54864" cy="228600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การจัดการอัปโหลดไฟล์ใน Node.js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ด้วย Multer, fs และ path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ระดับใช้งานจริง Production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22860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จัดทำโดย</a:t>
            </a:r>
            <a:r>
              <a:rPr lang="en-US" sz="1400" dirty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400" dirty="0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Jirayu</a:t>
            </a:r>
            <a:r>
              <a:rPr lang="en-US" sz="1400" dirty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Suriwan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สำหรับนักพัฒนา Backend ระดับ Junior → Intermediate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ปัญหาที่พบบ่อยในการอัปโหลดไฟล์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สิ่งที่มักเกิดขึ้นเมื่อไม่มีระบบจัดการที่ดี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7315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อัปโหลดแล้วไฟล์หาย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ไม่ได้กำหนด destination ที่ถูกต้อง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40280"/>
            <a:ext cx="54864" cy="7315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ไฟล์ถูกเขียนทับ (Overwrite)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ชื่อไฟล์ซ้ำกัน ไม่มีระบบตั้งชื่อที่ดี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7315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ผิดพลาด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hardcode path ทำให้ผิด 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77640"/>
            <a:ext cx="54864" cy="7315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ไม่มี Validation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รับไฟล์ทุกชนิด/ทุกขนาด เสี่ยงโดน attack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ภาพรวมการอัปโหลดไฟล์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Client → Server → Multer → Storage  |  ใช้ multipart/form-data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463040" cy="640080"/>
          </a:xfrm>
          <a:prstGeom prst="rect">
            <a:avLst/>
          </a:prstGeom>
          <a:solidFill>
            <a:srgbClr val="0E2A4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(Form/API)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14630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23360" y="1645920"/>
            <a:ext cx="1463040" cy="640080"/>
          </a:xfrm>
          <a:prstGeom prst="rect">
            <a:avLst/>
          </a:prstGeom>
          <a:solidFill>
            <a:srgbClr val="0E2A4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1645920"/>
            <a:ext cx="1463040" cy="640080"/>
          </a:xfrm>
          <a:prstGeom prst="rect">
            <a:avLst/>
          </a:prstGeom>
          <a:solidFill>
            <a:srgbClr val="0E3A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98080" y="1645920"/>
            <a:ext cx="1463040" cy="640080"/>
          </a:xfrm>
          <a:prstGeom prst="rect">
            <a:avLst/>
          </a:prstGeom>
          <a:solidFill>
            <a:srgbClr val="2A1A3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393192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743200"/>
            <a:ext cx="39319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multipart/form-data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type สำหรับส่งไฟล์ผ่าน HTTP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text fields และ file fields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จัดการ encoding อัตโนมัติ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114800" cy="21031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743200"/>
            <a:ext cx="4114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 ทำอะไร?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2004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multipart request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แยกไฟล์ออกจาก body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เก็บไฟล์ตาม config (disk/memory)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req.file / req.files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เทคโนโลยีที่ใช้ในบทเรียนนี้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สำหรับ 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93392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039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ยอดนิยม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06624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52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752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จัดการ File Upload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65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fs (File System)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465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จัดการไฟล์ของ Node.js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33088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78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0" y="4178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จัดการ path อย่างปลอดภัย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การเตรียมโปรเจกต์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เบื้องต้นก่อนเริ่มพัฒนาระบบ upload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114800" cy="1645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3840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สร้างโปรเจกต์ใหม่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ติดตั้ง dependencies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multer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โครงสร้างไฟล์เบื้องต้น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3840480" cy="24688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764792"/>
            <a:ext cx="35661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upload.js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middleware/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multerConfig.js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uploads/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(uploaded files)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config ออกจาก route เพื่อ reusability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สร้างโฟลเดอร์ uploads/ ไว้ล่วงหน้า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.gitignore เพื่อไม่ commit ไฟล์ upload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 คืออะไร?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คือ Node.js middleware สำหรับจัดการ </a:t>
            </a:r>
            <a:r>
              <a:rPr lang="en-US" sz="1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multipart/form-data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ซึ่งใช้สำหรับการอัปโหลดไฟล์เป็นหลัก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ทำงานร่วมกับ Express.js ได้ทันที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รองรับอัปโหลดไฟล์เดี่ยวและหลายไฟล์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เลือกเก็บลง Disk หรือ Memory ได้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มีระบบ filter ตรวจสอบชนิดไฟล์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open source (MIT License) — นิยมใช้ในองค์กร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 ทำงานอย่างไร?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กระบวนการภายในเมื่อ request เข้ามา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Intercept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ดักจับ request ที่เป็น multipart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783080"/>
            <a:ext cx="198492" cy="17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39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Parse Form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039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text fields ออกจาก file fields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496312"/>
            <a:ext cx="198492" cy="17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52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Process 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752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filter, ขนาด, จำนวนไฟล์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09544"/>
            <a:ext cx="198492" cy="17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65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Store 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465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บันทึกลง Disk หรือเก็บใน Memory Buffer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922776"/>
            <a:ext cx="198492" cy="17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Attach to req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4178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req.file / req.files ให้ใช้งานต่อ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การตั้งค่า Storage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diskStorage — กำหนด destination และ filename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multer = require('multer');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กำหนดที่เก็บไฟล์และชื่อไฟล์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storage = multer.diskStorage({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กำหนดโฟลเดอร์ปลายทาง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 (req, file, cb)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cb(null, 'uploads/');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ตั้งชื่อไฟล์ไม่ให้ซ้ำ (ใช้ timestamp)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(req, file, cb)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uniqueName = Date.now() + '-' +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file.originalname;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cb(null, uniqueName);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301752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0" y="1188720"/>
            <a:ext cx="30175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diskStorage Options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— โฟลเดอร์ที่จะเก็บไฟล์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— กำหนดชื่อไฟล์ที่บันทึก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834640"/>
            <a:ext cx="301752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2834640"/>
            <a:ext cx="30175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แนะนำการตั้งชื่อ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originalname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v4 + extension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extension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ตัวอย่างโค้ด Multer พื้นฐาน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Multer Setup ที่ใช้งานได้ทันที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749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express = require('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express'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require('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');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path = require('path');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9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ตั้งค่า</a:t>
            </a:r>
            <a:r>
              <a:rPr lang="en-US" sz="9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storage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storage = 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multer.diskStorage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destination: 'uploads/',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filename: (req, file, 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cb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 =&gt; {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const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ext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path.extname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file.originalname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cb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(null,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Date.now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() +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ext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9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สร้าง</a:t>
            </a:r>
            <a:r>
              <a:rPr lang="en-US" sz="9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middleware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upload = </a:t>
            </a:r>
            <a:r>
              <a:rPr lang="en-US" sz="9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</a:t>
            </a:r>
            <a:r>
              <a:rPr lang="en-US" sz="9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({ storage });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API endpoint </a:t>
            </a:r>
            <a:r>
              <a:rPr lang="en-US" sz="9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สำหรับอัปโหลด</a:t>
            </a:r>
            <a:endParaRPr lang="en-US" sz="900" dirty="0" err="1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app.post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('/upload', </a:t>
            </a:r>
            <a:r>
              <a:rPr lang="en-US" sz="9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upload.single</a:t>
            </a: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('file'),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(req, res) =&gt; {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res.json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({ file: </a:t>
            </a:r>
            <a:r>
              <a:rPr lang="en-US" sz="9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req.file</a:t>
            </a:r>
            <a:r>
              <a:rPr lang="en-US" sz="9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});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>
              <a:latin typeface="Consola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อัปโหลดไฟล์เดี่ยว — upload.single()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0" cy="32918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61872"/>
            <a:ext cx="475488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อัปโหลดไฟล์เดี่ยว — field name = 'file'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app.post('/upload',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upload.single("file"),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(req, res)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console.log(req.file);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req.file มีข้อมูล: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fieldname, originalname, encoding,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mimetype, destination, filename,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path, size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message: 'อัปโหลดสำเร็จ',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filename: req.file.filename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0" y="1188720"/>
            <a:ext cx="30175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0" y="1188720"/>
            <a:ext cx="30175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req.file properties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fieldname — ชื่อ field จาก 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originalname — ชื่อไฟล์ต้นฉบับ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mimetype — ชนิดไฟล์ เช่น image/png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— ขนาดไฟล์ (bytes)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— path เต็มของไฟล์ที่บันทึก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อัปโหลดหลายไฟล์ — upload.array()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0" cy="31089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61872"/>
            <a:ext cx="47548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อัปโหลดหลายไฟล์ — จำกัดสูงสุด 5 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app.post('/upload-multiple',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upload.array("files", 5),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(req, res)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console.log(req.files); // Array ของไฟล์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fileNames = req.files.map(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 =&gt; f.filename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message: `อัปโหลด ${req.files.length} ไฟล์`,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files: fileNames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0" y="1188720"/>
            <a:ext cx="30175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0" y="1188720"/>
            <a:ext cx="301752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methods อื่นที่น่าสนใจ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upload.single("file") — ไฟล์เดี่ยว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upload.array("files", max) — หลายไฟล์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upload.fields([...]) — หลาย field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upload.none() — ไม่รับไฟล์ (form only)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การตั้งชื่อไฟล์ — สำคัญมาก!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ป้องกันไฟล์ซ้ำ และ path injection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Date.now() + extension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ง่าย, เร็ว, ไม่ต้องติดตั้งเพิ่ม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อาจชนกันถ้า upload พร้อมกัน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4114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UUID v4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uuid.v4() + extension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ไม่มีทางซ้ำ (virtually unique)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 npm install uuid เพิ่ม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229600" cy="1828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64992"/>
            <a:ext cx="79552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v4: uuidv4 } = require('uuid');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วิธีที่ 1: Timestamp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name1 = Date.now() + '-' + file.originalname;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วิธีที่ 2: UUID (แนะนำสำหรับ Production)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ext = path.extname(file.originalname);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name2 = uuidv4() + ext;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การใช้งาน fs (File System)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สำหรับจัดการไฟล์บน 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6576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ลบไฟล์ (Async)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fs.unlink('uploads/old-file.jpg', (err)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console.error('ลบไฟล์ไม่สำเร็จ:', err);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console.log('ลบไฟล์สำเร็จ');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ตรวจสอบว่าไฟล์มีอยู่หรือไม่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(fs.existsSync('uploads/photo.jpg'))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console.log('ไฟล์มีอยู่');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ย้ายไฟล์ (rename)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fs.rename('temp/file.jpg', 'uploads/file.jpg',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(err) =&gt; { if (err) throw err; });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ตัวอย่าง API ลบไฟล์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/api/file/:filename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749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fs = require('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fs'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path = require('path');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API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สำหรับลบไฟล์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app.delete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('/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/file/:filename',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(req, res)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const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filePath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path.join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__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dirname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, 'uploads',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req.params.filename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//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ตรวจสอบว่าไฟล์มีอยู่ก่อนลบ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(!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fs.existsSync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filePath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return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(404).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error: '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ไม่พบไฟล์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'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fs.unlink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filePath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(err)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if (err) return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(500).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error: '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ลบไฟล์ไม่สำเร็จ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'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res.json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({ message: '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ลบสำเร็จ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'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>
              <a:latin typeface="Consola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การใช้งาน path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path อย่างปลอดภัย ข้าม OS ได้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5661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path = require('path');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path.join() — รวม path อย่างปลอดภัย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filePath = path.join(__dirname, 'uploads', 'photo.jpg');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Windows: C:\project\uploads\photo.jpg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Linux:   /home/user/project/uploads/photo.jpg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path.extname() — ดึงนามสกุลไฟล์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path.extname('photo.jpg');  // '.jpg'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path.extname('doc.tar.gz'); // '.gz'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path.basename() — ดึงชื่อไฟล์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path.basename('/uploads/photo.jpg'); // 'photo.jpg'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path.resolve() — สร้าง absolute path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path.resolve('uploads', 'photo.jpg');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ความเสี่ยงด้าน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สิ่งที่ต้องระวังในระบบ upload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Traversal (../)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ผู้โจมตีใส่ ../../../etc/passwd ในชื่อไฟล์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เพื่อเข้าถึงไฟล์ระบบ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ใช้ path.basename() ตัด path ออก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10515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468880"/>
            <a:ext cx="54864" cy="10515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ไฟล์อันตราย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8163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อัปโหลดไฟล์ .exe, .sh หรือ malware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ปลอม MIME type เป็น image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ตรวจ MIME type + extension + magic bytes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Overwrite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005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ไฟล์ใหม่เขียนทับไฟล์เก่า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ข้อมูลสูญหาย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ใช้ UUID/timestamp ในชื่อไฟล์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การตรวจสอบไฟล์ (Validation)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fileFilter — ตรวจสอบก่อนรับไฟล์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6576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fileFilter — ตรวจสอบชนิดและขนาดไฟล์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upload = multer({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storage: storage,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 { fileSize: 5 * 1024 * 1024 }, // 5MB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fileFilter: (req, file, cb)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กำหนด MIME type ที่อนุญาต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allowed = [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'image/jpeg', 'image/png', 'image/gif'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(allowed.includes(file.mimetype))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cb(null, true);  // อนุญาต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cb(new Error('ชนิดไฟล์ไม่ถูกต้อง'));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3017520" cy="411480"/>
          </a:xfrm>
          <a:prstGeom prst="rect">
            <a:avLst/>
          </a:prstGeom>
          <a:solidFill>
            <a:srgbClr val="0E2A47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ไฟล์เข้ามา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2167128"/>
            <a:ext cx="301752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167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MIME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52160" y="2734056"/>
            <a:ext cx="301752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7340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ตรวจขนาดไฟล์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3081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852160" y="3300984"/>
            <a:ext cx="301752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3009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extension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36484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852160" y="3867912"/>
            <a:ext cx="3017520" cy="411480"/>
          </a:xfrm>
          <a:prstGeom prst="rect">
            <a:avLst/>
          </a:prstGeom>
          <a:solidFill>
            <a:srgbClr val="0E3A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867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บันทึกไฟล์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ปฏิเสธไฟล์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การจัดการ Error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Error + Custom Error Handler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8404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require('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');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Middleware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จัดการ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error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จาก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Multer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app.post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('/upload', (req, res, next)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upload.single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('file')(req, res, (err)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(err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instanceof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multer.MulterError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// Error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จาก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Multer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เอง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if (</a:t>
            </a:r>
            <a:r>
              <a:rPr lang="en-US" sz="8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err.code</a:t>
            </a: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 === 'LIMIT_FILE_SIZE')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(413).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error: '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ไฟล์ใหญ่เกินไป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'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return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(400).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error: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err.message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 else if (err)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// Error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จาก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fileFilter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หรืออื่นๆ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return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(400).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error: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err.message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//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อัปโหลดสำเร็จ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res.json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({ file: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req.file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800">
              <a:latin typeface="Consola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และ Limit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 limits เพื่อป้องกันระบบล่ม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029200" cy="23774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475488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upload = multer({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storage: storage,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fileSize:  10 * 1024 * 1024, // 10MB ต่อไฟล์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files:     5,                 // สูงสุด 5 ไฟล์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    20,                // สูงสุด 20 fields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fieldSize: 1024 * 100,        // field ข้อความ 100KB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84048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40480"/>
            <a:ext cx="384048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50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เก็บไฟล์ใน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RAM (Buffer)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เร็วมาก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แต่ใช้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RAM </a:t>
            </a: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สูง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เหมาะกับไฟล์เล็ก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ประมวลผลก่อนเก็บ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411480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3840480"/>
            <a:ext cx="4114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950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Disk 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4297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เขียนลง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disk </a:t>
            </a: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โดยตรง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รองรับไฟล์ใหญ่ได้ดี</a:t>
            </a:r>
            <a:endParaRPr lang="en-US" sz="8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แนะนำสำหรับ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Production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โครงสร้างโฟลเดอร์ที่แนะนำ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แยกส่วนให้ชัดเจน — ง่ายต่อการ maintain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3383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4297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upload.routes.js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middleware/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upload.middleware.js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upload.controller.js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fileHelper.js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uploads/           ← ไฟล์ถาวร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temp/              ← ไฟล์ชั่วคราว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server.js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1280160"/>
            <a:ext cx="338328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1280160"/>
            <a:ext cx="33832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389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/uploads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เก็บไฟล์ที่ผ่าน validation แล้ว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อาจแบ่ง subfolder ตาม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เช่น /uploads/images, /uploads/docs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017520"/>
            <a:ext cx="338328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3017520"/>
            <a:ext cx="33832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/temp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เก็บไฟล์ชั่วคราวก่อนประมวลผล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ลบอัตโนมัติด้วย cron job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ไม่ควร serve ให้ client โดยตรง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.gitignore: uploads/ และ temp/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การเปิดให้เข้าถึงไฟล์ (Static Files)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express.static() — mapping URL กับ folder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22860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79552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เปิดให้เข้าถึงไฟล์ใน uploads/ ผ่าน URL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app.use('/files',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express.static(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path.join(__dirname, 'uploads')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เข้าถึงได้ที่: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http://localhost:3000/files/1713945600000.jpg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/files แทน /uploads เพื่อซ่อน path จริง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CORS ถ้า frontend อยู่คนละ domain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พิจารณาเพิ่ม authentication ก่อนเข้าถึงไฟล์ส่วนตัว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CDN สำหรับไฟล์ static ใน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การใช้งานจริง (Production)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สำหรับระบบองค์กร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ไม่เก็บไฟล์ใน project root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path แยกที่ mount volume 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93392"/>
            <a:ext cx="54864" cy="59436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แยก Environment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ใช้ local disk, prod ใช้ Cloud 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706624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52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ใช้ Cloud 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752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S3, Google Cloud Storage, Azure Blob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655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Logging &amp; 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465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บันทึกทุก upload/delete + alert เมื่อ disk เต็ม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33088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78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 Strategy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กำหนดนโยบาย backup ไฟล์สำคัญ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การลบไฟล์ที่ไม่ใช้ (Cleanup)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disk เต็ม — ใช้ cron job ลบไฟล์ temp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8404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path = require('path');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ฟังก์ชันลบไฟล์เก่าใน temp/ (อายุเกิน 24 ชม.)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cleanupTempFiles()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tempDir = path.join(__dirname, 'temp');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maxAge = 24 * 60 * 60 * 1000; // 24 hrs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now = Date.now();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fs.readdirSync(tempDir).forEach(file =&gt;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filePath = path.join(tempDir, file);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stats = fs.statSync(filePath);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(now - stats.mtimeMs &gt; maxAge)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fs.unlinkSync(filePath);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console.log("ลบ:", file);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เรียกทุก 1 ชั่วโมง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setInterval(cleanupTempFiles, 60*60*1000);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ตัวอย่างจริง: Upload รูปโปรไฟล์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อัปโหลดรูปใหม่ → ลบรูปเก่า อัตโนมัติ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8404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79552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อัปโหลดรูปโปรไฟล์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ลบรูปเก่า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app.put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('/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/user/avatar',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upload.single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('avatar'),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async (req, res)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try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const user = await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User.findById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req.userId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//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ลบรูปเก่า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ถ้ามี</a:t>
            </a: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if (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user.avatar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const </a:t>
            </a:r>
            <a:r>
              <a:rPr lang="en-US" sz="8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oldPath</a:t>
            </a: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path.join</a:t>
            </a: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__</a:t>
            </a:r>
            <a:r>
              <a:rPr lang="en-US" sz="8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dirname</a:t>
            </a: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, 'uploads', </a:t>
            </a:r>
            <a:r>
              <a:rPr lang="en-US" sz="800" dirty="0" err="1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user.avatar</a:t>
            </a:r>
            <a:r>
              <a:rPr lang="en-US" sz="800" dirty="0">
                <a:solidFill>
                  <a:srgbClr val="F0883E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if (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fs.existsSync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oldPath</a:t>
            </a: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fs.unlinkSync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oldPath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// </a:t>
            </a:r>
            <a:r>
              <a:rPr lang="en-US" sz="800" dirty="0" err="1">
                <a:solidFill>
                  <a:srgbClr val="8B949E"/>
                </a:solidFill>
                <a:latin typeface="Consolas"/>
                <a:ea typeface="Consolas" pitchFamily="34" charset="-122"/>
                <a:cs typeface="Consolas" pitchFamily="34" charset="-120"/>
              </a:rPr>
              <a:t>อัปเดตชื่อไฟล์ใหม่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user.avatar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req.file.filename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await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user.save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res.json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({ avatar: </a:t>
            </a:r>
            <a:r>
              <a:rPr lang="en-US" sz="800" dirty="0" err="1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user.avatar</a:t>
            </a:r>
            <a:r>
              <a:rPr lang="en-US" sz="800" dirty="0">
                <a:solidFill>
                  <a:srgbClr val="3FB950"/>
                </a:solidFill>
                <a:latin typeface="Consolas"/>
                <a:ea typeface="Consolas" pitchFamily="34" charset="-122"/>
                <a:cs typeface="Consolas" pitchFamily="34" charset="-120"/>
              </a:rPr>
              <a:t>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 catch (err)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res.status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(500).</a:t>
            </a:r>
            <a:r>
              <a:rPr lang="en-US" sz="800" dirty="0" err="1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00" dirty="0">
                <a:solidFill>
                  <a:srgbClr val="F85149"/>
                </a:solidFill>
                <a:latin typeface="Consolas"/>
                <a:ea typeface="Consolas" pitchFamily="34" charset="-122"/>
                <a:cs typeface="Consolas" pitchFamily="34" charset="-120"/>
              </a:rPr>
              <a:t>({ error: err 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800">
              <a:latin typeface="Consola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ข้อผิดพลาดที่พบบ่อย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หลีกเลี่ยงสิ่งเหล่านี้ในโค้ดของคุณ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 validate ชนิด/ขนาดไฟล์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ใช้ fileFilter + limits ทุกครั้ง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901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 path เช่น 'C:\\uploads'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901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ใช้ path.join() + __dirname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46888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68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 handle error จาก Multer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ใช้ error middleware ครอบ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6324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63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ใช้ชื่อไฟล์ original โดยตรง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ตั้งชื่อใหม่ด้วย UUID/timestamp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65760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57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ไม่ลบไฟล์ temp / ไฟล์เก่า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ใช้ cleanup function + cron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251960"/>
            <a:ext cx="411480" cy="5029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51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279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เก็บไฟล์ใน project root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79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แยก folder + ใช้ Cloud Storage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เครื่องมือหลักสำหรับระบบ File Upload ใน Node.js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จัดการอัปโหลดไฟล์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single, array, 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65176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371600"/>
            <a:ext cx="2651760" cy="457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D2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จัดการไฟล์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423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 / ย้าย / ตรวจสอบไฟล์บน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unlink, existsSync, rename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65176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371600"/>
            <a:ext cx="26517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จัดการ Path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423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path ที่ปลอดภัย ข้าม 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extname, basename, resolve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ออกแบบระบบ upload ให้ปลอดภัย + validate ทุกจุด + ใช้ Cloud Storage สำหรับ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 &amp; คำตอบ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ขอบคุณที่รับฟัง!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2026-04-24T03:30:47Z</dcterms:created>
  <dcterms:modified xsi:type="dcterms:W3CDTF">2026-04-24T04:15:47Z</dcterms:modified>
</cp:coreProperties>
</file>